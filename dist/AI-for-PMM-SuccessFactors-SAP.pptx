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D04609-B1A0-49BD-91CB-3CF3F4A0C325}" v="5" dt="2026-04-24T17:48:13.5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Hara, Christopher" userId="6ef1fbeb-be3f-40e1-aeed-91385d3ad26b" providerId="ADAL" clId="{499FF398-DE8B-47B4-990C-062C445B54C4}"/>
    <pc:docChg chg="undo custSel addSld delSld modSld">
      <pc:chgData name="OHara, Christopher" userId="6ef1fbeb-be3f-40e1-aeed-91385d3ad26b" providerId="ADAL" clId="{499FF398-DE8B-47B4-990C-062C445B54C4}" dt="2026-04-24T17:48:27.207" v="664" actId="113"/>
      <pc:docMkLst>
        <pc:docMk/>
      </pc:docMkLst>
      <pc:sldChg chg="modSp mod">
        <pc:chgData name="OHara, Christopher" userId="6ef1fbeb-be3f-40e1-aeed-91385d3ad26b" providerId="ADAL" clId="{499FF398-DE8B-47B4-990C-062C445B54C4}" dt="2026-04-23T16:52:04.106" v="107" actId="20577"/>
        <pc:sldMkLst>
          <pc:docMk/>
          <pc:sldMk cId="0" sldId="257"/>
        </pc:sldMkLst>
        <pc:spChg chg="mod">
          <ac:chgData name="OHara, Christopher" userId="6ef1fbeb-be3f-40e1-aeed-91385d3ad26b" providerId="ADAL" clId="{499FF398-DE8B-47B4-990C-062C445B54C4}" dt="2026-04-23T16:50:57.661" v="12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1:20.353" v="28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1:50.693" v="106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2:04.106" v="107" actId="20577"/>
          <ac:spMkLst>
            <pc:docMk/>
            <pc:sldMk cId="0" sldId="257"/>
            <ac:spMk id="24" creationId="{00000000-0000-0000-0000-000000000000}"/>
          </ac:spMkLst>
        </pc:spChg>
      </pc:sldChg>
      <pc:sldChg chg="delSp modSp mod">
        <pc:chgData name="OHara, Christopher" userId="6ef1fbeb-be3f-40e1-aeed-91385d3ad26b" providerId="ADAL" clId="{499FF398-DE8B-47B4-990C-062C445B54C4}" dt="2026-04-23T16:55:18.932" v="363" actId="478"/>
        <pc:sldMkLst>
          <pc:docMk/>
          <pc:sldMk cId="0" sldId="258"/>
        </pc:sldMkLst>
        <pc:spChg chg="mod">
          <ac:chgData name="OHara, Christopher" userId="6ef1fbeb-be3f-40e1-aeed-91385d3ad26b" providerId="ADAL" clId="{499FF398-DE8B-47B4-990C-062C445B54C4}" dt="2026-04-23T16:52:48.786" v="142" actId="31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3:19.736" v="181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4:00.389" v="271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4:42.759" v="345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4:56.338" v="355" actId="20577"/>
          <ac:spMkLst>
            <pc:docMk/>
            <pc:sldMk cId="0" sldId="258"/>
            <ac:spMk id="25" creationId="{00000000-0000-0000-0000-000000000000}"/>
          </ac:spMkLst>
        </pc:spChg>
        <pc:spChg chg="del mod">
          <ac:chgData name="OHara, Christopher" userId="6ef1fbeb-be3f-40e1-aeed-91385d3ad26b" providerId="ADAL" clId="{499FF398-DE8B-47B4-990C-062C445B54C4}" dt="2026-04-23T16:55:16.299" v="362" actId="478"/>
          <ac:spMkLst>
            <pc:docMk/>
            <pc:sldMk cId="0" sldId="258"/>
            <ac:spMk id="27" creationId="{00000000-0000-0000-0000-000000000000}"/>
          </ac:spMkLst>
        </pc:spChg>
        <pc:picChg chg="del">
          <ac:chgData name="OHara, Christopher" userId="6ef1fbeb-be3f-40e1-aeed-91385d3ad26b" providerId="ADAL" clId="{499FF398-DE8B-47B4-990C-062C445B54C4}" dt="2026-04-23T16:55:18.932" v="363" actId="478"/>
          <ac:picMkLst>
            <pc:docMk/>
            <pc:sldMk cId="0" sldId="258"/>
            <ac:picMk id="26" creationId="{00000000-0000-0000-0000-000000000000}"/>
          </ac:picMkLst>
        </pc:picChg>
      </pc:sldChg>
      <pc:sldChg chg="modSp mod">
        <pc:chgData name="OHara, Christopher" userId="6ef1fbeb-be3f-40e1-aeed-91385d3ad26b" providerId="ADAL" clId="{499FF398-DE8B-47B4-990C-062C445B54C4}" dt="2026-04-23T16:56:48.753" v="458" actId="20577"/>
        <pc:sldMkLst>
          <pc:docMk/>
          <pc:sldMk cId="0" sldId="259"/>
        </pc:sldMkLst>
        <pc:spChg chg="mod">
          <ac:chgData name="OHara, Christopher" userId="6ef1fbeb-be3f-40e1-aeed-91385d3ad26b" providerId="ADAL" clId="{499FF398-DE8B-47B4-990C-062C445B54C4}" dt="2026-04-23T16:55:49.662" v="404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5:59.468" v="411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6:07.488" v="415" actId="2057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6:48.753" v="458" actId="20577"/>
          <ac:spMkLst>
            <pc:docMk/>
            <pc:sldMk cId="0" sldId="259"/>
            <ac:spMk id="24" creationId="{00000000-0000-0000-0000-000000000000}"/>
          </ac:spMkLst>
        </pc:spChg>
      </pc:sldChg>
      <pc:sldChg chg="modSp mod">
        <pc:chgData name="OHara, Christopher" userId="6ef1fbeb-be3f-40e1-aeed-91385d3ad26b" providerId="ADAL" clId="{499FF398-DE8B-47B4-990C-062C445B54C4}" dt="2026-04-23T16:57:17.902" v="460" actId="1076"/>
        <pc:sldMkLst>
          <pc:docMk/>
          <pc:sldMk cId="0" sldId="260"/>
        </pc:sldMkLst>
        <pc:spChg chg="mod">
          <ac:chgData name="OHara, Christopher" userId="6ef1fbeb-be3f-40e1-aeed-91385d3ad26b" providerId="ADAL" clId="{499FF398-DE8B-47B4-990C-062C445B54C4}" dt="2026-04-23T16:57:07.534" v="459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7:17.902" v="460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7:07.534" v="459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7:17.902" v="460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7:07.534" v="459" actId="107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3T16:57:17.902" v="460" actId="1076"/>
          <ac:spMkLst>
            <pc:docMk/>
            <pc:sldMk cId="0" sldId="260"/>
            <ac:spMk id="32" creationId="{00000000-0000-0000-0000-000000000000}"/>
          </ac:spMkLst>
        </pc:spChg>
      </pc:sldChg>
      <pc:sldChg chg="modSp mod">
        <pc:chgData name="OHara, Christopher" userId="6ef1fbeb-be3f-40e1-aeed-91385d3ad26b" providerId="ADAL" clId="{499FF398-DE8B-47B4-990C-062C445B54C4}" dt="2026-04-23T16:59:25.728" v="466" actId="20577"/>
        <pc:sldMkLst>
          <pc:docMk/>
          <pc:sldMk cId="0" sldId="264"/>
        </pc:sldMkLst>
        <pc:spChg chg="mod">
          <ac:chgData name="OHara, Christopher" userId="6ef1fbeb-be3f-40e1-aeed-91385d3ad26b" providerId="ADAL" clId="{499FF398-DE8B-47B4-990C-062C445B54C4}" dt="2026-04-23T16:59:25.728" v="466" actId="20577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OHara, Christopher" userId="6ef1fbeb-be3f-40e1-aeed-91385d3ad26b" providerId="ADAL" clId="{499FF398-DE8B-47B4-990C-062C445B54C4}" dt="2026-04-24T17:47:43.221" v="660" actId="20577"/>
        <pc:sldMkLst>
          <pc:docMk/>
          <pc:sldMk cId="0" sldId="273"/>
        </pc:sldMkLst>
        <pc:spChg chg="mod">
          <ac:chgData name="OHara, Christopher" userId="6ef1fbeb-be3f-40e1-aeed-91385d3ad26b" providerId="ADAL" clId="{499FF398-DE8B-47B4-990C-062C445B54C4}" dt="2026-04-24T17:47:16.349" v="628" actId="20577"/>
          <ac:spMkLst>
            <pc:docMk/>
            <pc:sldMk cId="0" sldId="273"/>
            <ac:spMk id="8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4T17:47:43.221" v="660" actId="20577"/>
          <ac:spMkLst>
            <pc:docMk/>
            <pc:sldMk cId="0" sldId="273"/>
            <ac:spMk id="9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4T17:46:16.205" v="558" actId="20577"/>
          <ac:spMkLst>
            <pc:docMk/>
            <pc:sldMk cId="0" sldId="273"/>
            <ac:spMk id="14" creationId="{00000000-0000-0000-0000-000000000000}"/>
          </ac:spMkLst>
        </pc:spChg>
        <pc:spChg chg="mod">
          <ac:chgData name="OHara, Christopher" userId="6ef1fbeb-be3f-40e1-aeed-91385d3ad26b" providerId="ADAL" clId="{499FF398-DE8B-47B4-990C-062C445B54C4}" dt="2026-04-24T17:47:04.037" v="603" actId="20577"/>
          <ac:spMkLst>
            <pc:docMk/>
            <pc:sldMk cId="0" sldId="273"/>
            <ac:spMk id="19" creationId="{00000000-0000-0000-0000-000000000000}"/>
          </ac:spMkLst>
        </pc:spChg>
      </pc:sldChg>
      <pc:sldChg chg="addSp modSp new add del mod">
        <pc:chgData name="OHara, Christopher" userId="6ef1fbeb-be3f-40e1-aeed-91385d3ad26b" providerId="ADAL" clId="{499FF398-DE8B-47B4-990C-062C445B54C4}" dt="2026-04-24T17:45:15.977" v="534" actId="255"/>
        <pc:sldMkLst>
          <pc:docMk/>
          <pc:sldMk cId="816730686" sldId="274"/>
        </pc:sldMkLst>
        <pc:spChg chg="add mod">
          <ac:chgData name="OHara, Christopher" userId="6ef1fbeb-be3f-40e1-aeed-91385d3ad26b" providerId="ADAL" clId="{499FF398-DE8B-47B4-990C-062C445B54C4}" dt="2026-04-24T17:45:15.977" v="534" actId="255"/>
          <ac:spMkLst>
            <pc:docMk/>
            <pc:sldMk cId="816730686" sldId="274"/>
            <ac:spMk id="2" creationId="{26CFA7AF-7167-E50B-7D12-7B54F913E9DB}"/>
          </ac:spMkLst>
        </pc:spChg>
      </pc:sldChg>
      <pc:sldChg chg="modSp add mod">
        <pc:chgData name="OHara, Christopher" userId="6ef1fbeb-be3f-40e1-aeed-91385d3ad26b" providerId="ADAL" clId="{499FF398-DE8B-47B4-990C-062C445B54C4}" dt="2026-04-24T17:44:00.362" v="508" actId="20577"/>
        <pc:sldMkLst>
          <pc:docMk/>
          <pc:sldMk cId="2058336942" sldId="275"/>
        </pc:sldMkLst>
        <pc:graphicFrameChg chg="modGraphic">
          <ac:chgData name="OHara, Christopher" userId="6ef1fbeb-be3f-40e1-aeed-91385d3ad26b" providerId="ADAL" clId="{499FF398-DE8B-47B4-990C-062C445B54C4}" dt="2026-04-24T17:44:00.362" v="508" actId="20577"/>
          <ac:graphicFrameMkLst>
            <pc:docMk/>
            <pc:sldMk cId="2058336942" sldId="275"/>
            <ac:graphicFrameMk id="5" creationId="{00000000-0000-0000-0000-000000000000}"/>
          </ac:graphicFrameMkLst>
        </pc:graphicFrameChg>
      </pc:sldChg>
      <pc:sldChg chg="modSp add mod">
        <pc:chgData name="OHara, Christopher" userId="6ef1fbeb-be3f-40e1-aeed-91385d3ad26b" providerId="ADAL" clId="{499FF398-DE8B-47B4-990C-062C445B54C4}" dt="2026-04-24T17:45:06.496" v="532" actId="403"/>
        <pc:sldMkLst>
          <pc:docMk/>
          <pc:sldMk cId="938328698" sldId="276"/>
        </pc:sldMkLst>
        <pc:spChg chg="mod">
          <ac:chgData name="OHara, Christopher" userId="6ef1fbeb-be3f-40e1-aeed-91385d3ad26b" providerId="ADAL" clId="{499FF398-DE8B-47B4-990C-062C445B54C4}" dt="2026-04-24T17:45:06.496" v="532" actId="403"/>
          <ac:spMkLst>
            <pc:docMk/>
            <pc:sldMk cId="938328698" sldId="276"/>
            <ac:spMk id="2" creationId="{AB3F38A9-329B-9165-27E0-73609180A428}"/>
          </ac:spMkLst>
        </pc:spChg>
      </pc:sldChg>
      <pc:sldChg chg="modSp add mod">
        <pc:chgData name="OHara, Christopher" userId="6ef1fbeb-be3f-40e1-aeed-91385d3ad26b" providerId="ADAL" clId="{499FF398-DE8B-47B4-990C-062C445B54C4}" dt="2026-04-24T17:45:39.492" v="552" actId="20577"/>
        <pc:sldMkLst>
          <pc:docMk/>
          <pc:sldMk cId="642652204" sldId="277"/>
        </pc:sldMkLst>
        <pc:spChg chg="mod">
          <ac:chgData name="OHara, Christopher" userId="6ef1fbeb-be3f-40e1-aeed-91385d3ad26b" providerId="ADAL" clId="{499FF398-DE8B-47B4-990C-062C445B54C4}" dt="2026-04-24T17:45:39.492" v="552" actId="20577"/>
          <ac:spMkLst>
            <pc:docMk/>
            <pc:sldMk cId="642652204" sldId="277"/>
            <ac:spMk id="2" creationId="{E707CF8E-9638-CA09-CBC9-EF7518AB2A98}"/>
          </ac:spMkLst>
        </pc:spChg>
      </pc:sldChg>
      <pc:sldChg chg="add del setBg">
        <pc:chgData name="OHara, Christopher" userId="6ef1fbeb-be3f-40e1-aeed-91385d3ad26b" providerId="ADAL" clId="{499FF398-DE8B-47B4-990C-062C445B54C4}" dt="2026-04-24T17:48:18.424" v="662" actId="2696"/>
        <pc:sldMkLst>
          <pc:docMk/>
          <pc:sldMk cId="0" sldId="278"/>
        </pc:sldMkLst>
      </pc:sldChg>
      <pc:sldChg chg="modSp add mod">
        <pc:chgData name="OHara, Christopher" userId="6ef1fbeb-be3f-40e1-aeed-91385d3ad26b" providerId="ADAL" clId="{499FF398-DE8B-47B4-990C-062C445B54C4}" dt="2026-04-24T17:48:27.207" v="664" actId="113"/>
        <pc:sldMkLst>
          <pc:docMk/>
          <pc:sldMk cId="19970720" sldId="2147483644"/>
        </pc:sldMkLst>
        <pc:spChg chg="mod">
          <ac:chgData name="OHara, Christopher" userId="6ef1fbeb-be3f-40e1-aeed-91385d3ad26b" providerId="ADAL" clId="{499FF398-DE8B-47B4-990C-062C445B54C4}" dt="2026-04-24T17:48:27.207" v="664" actId="113"/>
          <ac:spMkLst>
            <pc:docMk/>
            <pc:sldMk cId="19970720" sldId="2147483644"/>
            <ac:spMk id="6" creationId="{BE418FA9-4346-6821-C7E3-EEC58EED21A5}"/>
          </ac:spMkLst>
        </pc:spChg>
      </pc:sldChg>
      <pc:sldMasterChg chg="addSldLayout delSldLayout">
        <pc:chgData name="OHara, Christopher" userId="6ef1fbeb-be3f-40e1-aeed-91385d3ad26b" providerId="ADAL" clId="{499FF398-DE8B-47B4-990C-062C445B54C4}" dt="2026-04-24T17:44:44.477" v="510" actId="2696"/>
        <pc:sldMasterMkLst>
          <pc:docMk/>
          <pc:sldMasterMk cId="0" sldId="2147483648"/>
        </pc:sldMasterMkLst>
        <pc:sldLayoutChg chg="add del">
          <pc:chgData name="OHara, Christopher" userId="6ef1fbeb-be3f-40e1-aeed-91385d3ad26b" providerId="ADAL" clId="{499FF398-DE8B-47B4-990C-062C445B54C4}" dt="2026-04-24T17:44:44.477" v="510" actId="2696"/>
          <pc:sldLayoutMkLst>
            <pc:docMk/>
            <pc:sldMasterMk cId="0" sldId="2147483648"/>
            <pc:sldLayoutMk cId="2218868199" sldId="2147483650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471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ro_fullsc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BF15055-DF8D-6C4C-1FE1-3BAB6538D560}"/>
              </a:ext>
            </a:extLst>
          </p:cNvPr>
          <p:cNvGrpSpPr/>
          <p:nvPr userDrawn="1"/>
        </p:nvGrpSpPr>
        <p:grpSpPr>
          <a:xfrm>
            <a:off x="7758106" y="4691358"/>
            <a:ext cx="1180814" cy="94549"/>
            <a:chOff x="10344140" y="6255143"/>
            <a:chExt cx="1574419" cy="126065"/>
          </a:xfrm>
          <a:solidFill>
            <a:srgbClr val="FFFFFF"/>
          </a:solidFill>
        </p:grpSpPr>
        <p:sp>
          <p:nvSpPr>
            <p:cNvPr id="23" name="Freihandform 22">
              <a:extLst>
                <a:ext uri="{FF2B5EF4-FFF2-40B4-BE49-F238E27FC236}">
                  <a16:creationId xmlns:a16="http://schemas.microsoft.com/office/drawing/2014/main" id="{4ED52016-D447-E9A1-5827-122885F10EF2}"/>
                </a:ext>
              </a:extLst>
            </p:cNvPr>
            <p:cNvSpPr/>
            <p:nvPr/>
          </p:nvSpPr>
          <p:spPr>
            <a:xfrm>
              <a:off x="10344140" y="6260473"/>
              <a:ext cx="60973" cy="91590"/>
            </a:xfrm>
            <a:custGeom>
              <a:avLst/>
              <a:gdLst>
                <a:gd name="connsiteX0" fmla="*/ 0 w 88213"/>
                <a:gd name="connsiteY0" fmla="*/ 132507 h 132507"/>
                <a:gd name="connsiteX1" fmla="*/ 0 w 88213"/>
                <a:gd name="connsiteY1" fmla="*/ 0 h 132507"/>
                <a:gd name="connsiteX2" fmla="*/ 26159 w 88213"/>
                <a:gd name="connsiteY2" fmla="*/ 0 h 132507"/>
                <a:gd name="connsiteX3" fmla="*/ 26159 w 88213"/>
                <a:gd name="connsiteY3" fmla="*/ 110594 h 132507"/>
                <a:gd name="connsiteX4" fmla="*/ 88213 w 88213"/>
                <a:gd name="connsiteY4" fmla="*/ 110594 h 132507"/>
                <a:gd name="connsiteX5" fmla="*/ 88213 w 88213"/>
                <a:gd name="connsiteY5" fmla="*/ 132507 h 132507"/>
                <a:gd name="connsiteX6" fmla="*/ 0 w 88213"/>
                <a:gd name="connsiteY6" fmla="*/ 132507 h 132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213" h="132507">
                  <a:moveTo>
                    <a:pt x="0" y="132507"/>
                  </a:moveTo>
                  <a:lnTo>
                    <a:pt x="0" y="0"/>
                  </a:lnTo>
                  <a:lnTo>
                    <a:pt x="26159" y="0"/>
                  </a:lnTo>
                  <a:lnTo>
                    <a:pt x="26159" y="110594"/>
                  </a:lnTo>
                  <a:lnTo>
                    <a:pt x="88213" y="110594"/>
                  </a:lnTo>
                  <a:lnTo>
                    <a:pt x="88213" y="132507"/>
                  </a:lnTo>
                  <a:lnTo>
                    <a:pt x="0" y="132507"/>
                  </a:ln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24" name="Freihandform 23">
              <a:extLst>
                <a:ext uri="{FF2B5EF4-FFF2-40B4-BE49-F238E27FC236}">
                  <a16:creationId xmlns:a16="http://schemas.microsoft.com/office/drawing/2014/main" id="{FA334236-AA4D-1D18-2815-6E4D144E8BD0}"/>
                </a:ext>
              </a:extLst>
            </p:cNvPr>
            <p:cNvSpPr/>
            <p:nvPr/>
          </p:nvSpPr>
          <p:spPr>
            <a:xfrm>
              <a:off x="10409796" y="6279584"/>
              <a:ext cx="71033" cy="73779"/>
            </a:xfrm>
            <a:custGeom>
              <a:avLst/>
              <a:gdLst>
                <a:gd name="connsiteX0" fmla="*/ 56154 w 102767"/>
                <a:gd name="connsiteY0" fmla="*/ 106739 h 106739"/>
                <a:gd name="connsiteX1" fmla="*/ 0 w 102767"/>
                <a:gd name="connsiteY1" fmla="*/ 53417 h 106739"/>
                <a:gd name="connsiteX2" fmla="*/ 53990 w 102767"/>
                <a:gd name="connsiteY2" fmla="*/ 0 h 106739"/>
                <a:gd name="connsiteX3" fmla="*/ 102768 w 102767"/>
                <a:gd name="connsiteY3" fmla="*/ 50219 h 106739"/>
                <a:gd name="connsiteX4" fmla="*/ 102374 w 102767"/>
                <a:gd name="connsiteY4" fmla="*/ 59247 h 106739"/>
                <a:gd name="connsiteX5" fmla="*/ 26258 w 102767"/>
                <a:gd name="connsiteY5" fmla="*/ 59247 h 106739"/>
                <a:gd name="connsiteX6" fmla="*/ 57334 w 102767"/>
                <a:gd name="connsiteY6" fmla="*/ 88118 h 106739"/>
                <a:gd name="connsiteX7" fmla="*/ 84771 w 102767"/>
                <a:gd name="connsiteY7" fmla="*/ 76646 h 106739"/>
                <a:gd name="connsiteX8" fmla="*/ 99228 w 102767"/>
                <a:gd name="connsiteY8" fmla="*/ 90470 h 106739"/>
                <a:gd name="connsiteX9" fmla="*/ 56154 w 102767"/>
                <a:gd name="connsiteY9" fmla="*/ 106739 h 106739"/>
                <a:gd name="connsiteX10" fmla="*/ 26651 w 102767"/>
                <a:gd name="connsiteY10" fmla="*/ 44482 h 106739"/>
                <a:gd name="connsiteX11" fmla="*/ 77985 w 102767"/>
                <a:gd name="connsiteY11" fmla="*/ 44482 h 106739"/>
                <a:gd name="connsiteX12" fmla="*/ 53400 w 102767"/>
                <a:gd name="connsiteY12" fmla="*/ 18338 h 106739"/>
                <a:gd name="connsiteX13" fmla="*/ 26651 w 102767"/>
                <a:gd name="connsiteY13" fmla="*/ 44482 h 10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767" h="106739">
                  <a:moveTo>
                    <a:pt x="56154" y="106739"/>
                  </a:moveTo>
                  <a:cubicBezTo>
                    <a:pt x="21635" y="106739"/>
                    <a:pt x="0" y="87836"/>
                    <a:pt x="0" y="53417"/>
                  </a:cubicBezTo>
                  <a:cubicBezTo>
                    <a:pt x="0" y="17586"/>
                    <a:pt x="24684" y="0"/>
                    <a:pt x="53990" y="0"/>
                  </a:cubicBezTo>
                  <a:cubicBezTo>
                    <a:pt x="89983" y="0"/>
                    <a:pt x="102768" y="25204"/>
                    <a:pt x="102768" y="50219"/>
                  </a:cubicBezTo>
                  <a:cubicBezTo>
                    <a:pt x="102768" y="53229"/>
                    <a:pt x="102572" y="56332"/>
                    <a:pt x="102374" y="59247"/>
                  </a:cubicBezTo>
                  <a:lnTo>
                    <a:pt x="26258" y="59247"/>
                  </a:lnTo>
                  <a:cubicBezTo>
                    <a:pt x="28028" y="78808"/>
                    <a:pt x="38648" y="88118"/>
                    <a:pt x="57334" y="88118"/>
                  </a:cubicBezTo>
                  <a:cubicBezTo>
                    <a:pt x="69430" y="88118"/>
                    <a:pt x="77494" y="84733"/>
                    <a:pt x="84771" y="76646"/>
                  </a:cubicBezTo>
                  <a:lnTo>
                    <a:pt x="99228" y="90470"/>
                  </a:lnTo>
                  <a:cubicBezTo>
                    <a:pt x="89197" y="101284"/>
                    <a:pt x="76904" y="106739"/>
                    <a:pt x="56154" y="106739"/>
                  </a:cubicBezTo>
                  <a:close/>
                  <a:moveTo>
                    <a:pt x="26651" y="44482"/>
                  </a:moveTo>
                  <a:lnTo>
                    <a:pt x="77985" y="44482"/>
                  </a:lnTo>
                  <a:cubicBezTo>
                    <a:pt x="76609" y="26332"/>
                    <a:pt x="67365" y="18338"/>
                    <a:pt x="53400" y="18338"/>
                  </a:cubicBezTo>
                  <a:cubicBezTo>
                    <a:pt x="39632" y="18338"/>
                    <a:pt x="29109" y="26332"/>
                    <a:pt x="26651" y="44482"/>
                  </a:cubicBez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25" name="Freihandform 24">
              <a:extLst>
                <a:ext uri="{FF2B5EF4-FFF2-40B4-BE49-F238E27FC236}">
                  <a16:creationId xmlns:a16="http://schemas.microsoft.com/office/drawing/2014/main" id="{513114E9-BE47-834E-AB07-D884B410EA67}"/>
                </a:ext>
              </a:extLst>
            </p:cNvPr>
            <p:cNvSpPr/>
            <p:nvPr/>
          </p:nvSpPr>
          <p:spPr>
            <a:xfrm>
              <a:off x="10481842" y="6262488"/>
              <a:ext cx="44184" cy="90744"/>
            </a:xfrm>
            <a:custGeom>
              <a:avLst/>
              <a:gdLst>
                <a:gd name="connsiteX0" fmla="*/ 46910 w 63923"/>
                <a:gd name="connsiteY0" fmla="*/ 131285 h 131284"/>
                <a:gd name="connsiteX1" fmla="*/ 15735 w 63923"/>
                <a:gd name="connsiteY1" fmla="*/ 103918 h 131284"/>
                <a:gd name="connsiteX2" fmla="*/ 15735 w 63923"/>
                <a:gd name="connsiteY2" fmla="*/ 45141 h 131284"/>
                <a:gd name="connsiteX3" fmla="*/ 0 w 63923"/>
                <a:gd name="connsiteY3" fmla="*/ 45141 h 131284"/>
                <a:gd name="connsiteX4" fmla="*/ 0 w 63923"/>
                <a:gd name="connsiteY4" fmla="*/ 34232 h 131284"/>
                <a:gd name="connsiteX5" fmla="*/ 35895 w 63923"/>
                <a:gd name="connsiteY5" fmla="*/ 0 h 131284"/>
                <a:gd name="connsiteX6" fmla="*/ 40616 w 63923"/>
                <a:gd name="connsiteY6" fmla="*/ 0 h 131284"/>
                <a:gd name="connsiteX7" fmla="*/ 40616 w 63923"/>
                <a:gd name="connsiteY7" fmla="*/ 26708 h 131284"/>
                <a:gd name="connsiteX8" fmla="*/ 63923 w 63923"/>
                <a:gd name="connsiteY8" fmla="*/ 26708 h 131284"/>
                <a:gd name="connsiteX9" fmla="*/ 63923 w 63923"/>
                <a:gd name="connsiteY9" fmla="*/ 45141 h 131284"/>
                <a:gd name="connsiteX10" fmla="*/ 40616 w 63923"/>
                <a:gd name="connsiteY10" fmla="*/ 45141 h 131284"/>
                <a:gd name="connsiteX11" fmla="*/ 40616 w 63923"/>
                <a:gd name="connsiteY11" fmla="*/ 99310 h 131284"/>
                <a:gd name="connsiteX12" fmla="*/ 52121 w 63923"/>
                <a:gd name="connsiteY12" fmla="*/ 110783 h 131284"/>
                <a:gd name="connsiteX13" fmla="*/ 63923 w 63923"/>
                <a:gd name="connsiteY13" fmla="*/ 109184 h 131284"/>
                <a:gd name="connsiteX14" fmla="*/ 63923 w 63923"/>
                <a:gd name="connsiteY14" fmla="*/ 129592 h 131284"/>
                <a:gd name="connsiteX15" fmla="*/ 46910 w 63923"/>
                <a:gd name="connsiteY15" fmla="*/ 131285 h 13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923" h="131284">
                  <a:moveTo>
                    <a:pt x="46910" y="131285"/>
                  </a:moveTo>
                  <a:cubicBezTo>
                    <a:pt x="25274" y="131285"/>
                    <a:pt x="15735" y="123667"/>
                    <a:pt x="15735" y="103918"/>
                  </a:cubicBezTo>
                  <a:lnTo>
                    <a:pt x="15735" y="45141"/>
                  </a:lnTo>
                  <a:lnTo>
                    <a:pt x="0" y="45141"/>
                  </a:lnTo>
                  <a:lnTo>
                    <a:pt x="0" y="34232"/>
                  </a:lnTo>
                  <a:lnTo>
                    <a:pt x="35895" y="0"/>
                  </a:lnTo>
                  <a:lnTo>
                    <a:pt x="40616" y="0"/>
                  </a:lnTo>
                  <a:lnTo>
                    <a:pt x="40616" y="26708"/>
                  </a:lnTo>
                  <a:lnTo>
                    <a:pt x="63923" y="26708"/>
                  </a:lnTo>
                  <a:lnTo>
                    <a:pt x="63923" y="45141"/>
                  </a:lnTo>
                  <a:lnTo>
                    <a:pt x="40616" y="45141"/>
                  </a:lnTo>
                  <a:lnTo>
                    <a:pt x="40616" y="99310"/>
                  </a:lnTo>
                  <a:cubicBezTo>
                    <a:pt x="40616" y="108338"/>
                    <a:pt x="43665" y="110783"/>
                    <a:pt x="52121" y="110783"/>
                  </a:cubicBezTo>
                  <a:cubicBezTo>
                    <a:pt x="56350" y="110783"/>
                    <a:pt x="60382" y="110125"/>
                    <a:pt x="63923" y="109184"/>
                  </a:cubicBezTo>
                  <a:lnTo>
                    <a:pt x="63923" y="129592"/>
                  </a:lnTo>
                  <a:cubicBezTo>
                    <a:pt x="59596" y="130626"/>
                    <a:pt x="53204" y="131285"/>
                    <a:pt x="46910" y="131285"/>
                  </a:cubicBez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26" name="Freihandform 25">
              <a:extLst>
                <a:ext uri="{FF2B5EF4-FFF2-40B4-BE49-F238E27FC236}">
                  <a16:creationId xmlns:a16="http://schemas.microsoft.com/office/drawing/2014/main" id="{C454EFC8-5603-E950-DB27-199B81DD99AC}"/>
                </a:ext>
              </a:extLst>
            </p:cNvPr>
            <p:cNvSpPr/>
            <p:nvPr/>
          </p:nvSpPr>
          <p:spPr>
            <a:xfrm>
              <a:off x="10535603" y="6258848"/>
              <a:ext cx="20936" cy="41732"/>
            </a:xfrm>
            <a:custGeom>
              <a:avLst/>
              <a:gdLst>
                <a:gd name="connsiteX0" fmla="*/ 984 w 30289"/>
                <a:gd name="connsiteY0" fmla="*/ 52100 h 60375"/>
                <a:gd name="connsiteX1" fmla="*/ 18488 w 30289"/>
                <a:gd name="connsiteY1" fmla="*/ 26238 h 60375"/>
                <a:gd name="connsiteX2" fmla="*/ 13572 w 30289"/>
                <a:gd name="connsiteY2" fmla="*/ 27084 h 60375"/>
                <a:gd name="connsiteX3" fmla="*/ 0 w 30289"/>
                <a:gd name="connsiteY3" fmla="*/ 13824 h 60375"/>
                <a:gd name="connsiteX4" fmla="*/ 14358 w 30289"/>
                <a:gd name="connsiteY4" fmla="*/ 0 h 60375"/>
                <a:gd name="connsiteX5" fmla="*/ 30289 w 30289"/>
                <a:gd name="connsiteY5" fmla="*/ 22476 h 60375"/>
                <a:gd name="connsiteX6" fmla="*/ 9244 w 30289"/>
                <a:gd name="connsiteY6" fmla="*/ 60376 h 60375"/>
                <a:gd name="connsiteX7" fmla="*/ 984 w 30289"/>
                <a:gd name="connsiteY7" fmla="*/ 52100 h 6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289" h="60375">
                  <a:moveTo>
                    <a:pt x="984" y="52100"/>
                  </a:moveTo>
                  <a:cubicBezTo>
                    <a:pt x="13670" y="43354"/>
                    <a:pt x="18292" y="34232"/>
                    <a:pt x="18488" y="26238"/>
                  </a:cubicBezTo>
                  <a:cubicBezTo>
                    <a:pt x="17112" y="26802"/>
                    <a:pt x="15440" y="27084"/>
                    <a:pt x="13572" y="27084"/>
                  </a:cubicBezTo>
                  <a:cubicBezTo>
                    <a:pt x="5900" y="27084"/>
                    <a:pt x="0" y="21818"/>
                    <a:pt x="0" y="13824"/>
                  </a:cubicBezTo>
                  <a:cubicBezTo>
                    <a:pt x="0" y="5831"/>
                    <a:pt x="5704" y="0"/>
                    <a:pt x="14358" y="0"/>
                  </a:cubicBezTo>
                  <a:cubicBezTo>
                    <a:pt x="23406" y="0"/>
                    <a:pt x="30289" y="6583"/>
                    <a:pt x="30289" y="22476"/>
                  </a:cubicBezTo>
                  <a:cubicBezTo>
                    <a:pt x="30289" y="36677"/>
                    <a:pt x="24782" y="49373"/>
                    <a:pt x="9244" y="60376"/>
                  </a:cubicBezTo>
                  <a:lnTo>
                    <a:pt x="984" y="52100"/>
                  </a:ln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27" name="Freihandform 26">
              <a:extLst>
                <a:ext uri="{FF2B5EF4-FFF2-40B4-BE49-F238E27FC236}">
                  <a16:creationId xmlns:a16="http://schemas.microsoft.com/office/drawing/2014/main" id="{50B76CCF-5E74-C2B5-884C-E0B2AE2C7C29}"/>
                </a:ext>
              </a:extLst>
            </p:cNvPr>
            <p:cNvSpPr/>
            <p:nvPr/>
          </p:nvSpPr>
          <p:spPr>
            <a:xfrm>
              <a:off x="10556737" y="6279584"/>
              <a:ext cx="60633" cy="73779"/>
            </a:xfrm>
            <a:custGeom>
              <a:avLst/>
              <a:gdLst>
                <a:gd name="connsiteX0" fmla="*/ 44450 w 87721"/>
                <a:gd name="connsiteY0" fmla="*/ 106739 h 106739"/>
                <a:gd name="connsiteX1" fmla="*/ 0 w 87721"/>
                <a:gd name="connsiteY1" fmla="*/ 90846 h 106739"/>
                <a:gd name="connsiteX2" fmla="*/ 14948 w 87721"/>
                <a:gd name="connsiteY2" fmla="*/ 76551 h 106739"/>
                <a:gd name="connsiteX3" fmla="*/ 44057 w 87721"/>
                <a:gd name="connsiteY3" fmla="*/ 88400 h 106739"/>
                <a:gd name="connsiteX4" fmla="*/ 63529 w 87721"/>
                <a:gd name="connsiteY4" fmla="*/ 76928 h 106739"/>
                <a:gd name="connsiteX5" fmla="*/ 38943 w 87721"/>
                <a:gd name="connsiteY5" fmla="*/ 61222 h 106739"/>
                <a:gd name="connsiteX6" fmla="*/ 5015 w 87721"/>
                <a:gd name="connsiteY6" fmla="*/ 30094 h 106739"/>
                <a:gd name="connsiteX7" fmla="*/ 45827 w 87721"/>
                <a:gd name="connsiteY7" fmla="*/ 0 h 106739"/>
                <a:gd name="connsiteX8" fmla="*/ 85755 w 87721"/>
                <a:gd name="connsiteY8" fmla="*/ 14012 h 106739"/>
                <a:gd name="connsiteX9" fmla="*/ 71200 w 87721"/>
                <a:gd name="connsiteY9" fmla="*/ 27931 h 106739"/>
                <a:gd name="connsiteX10" fmla="*/ 46220 w 87721"/>
                <a:gd name="connsiteY10" fmla="*/ 18150 h 106739"/>
                <a:gd name="connsiteX11" fmla="*/ 29109 w 87721"/>
                <a:gd name="connsiteY11" fmla="*/ 29059 h 106739"/>
                <a:gd name="connsiteX12" fmla="*/ 52417 w 87721"/>
                <a:gd name="connsiteY12" fmla="*/ 42790 h 106739"/>
                <a:gd name="connsiteX13" fmla="*/ 87721 w 87721"/>
                <a:gd name="connsiteY13" fmla="*/ 75235 h 106739"/>
                <a:gd name="connsiteX14" fmla="*/ 44450 w 87721"/>
                <a:gd name="connsiteY14" fmla="*/ 106739 h 10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721" h="106739">
                  <a:moveTo>
                    <a:pt x="44450" y="106739"/>
                  </a:moveTo>
                  <a:cubicBezTo>
                    <a:pt x="25668" y="106739"/>
                    <a:pt x="10424" y="101661"/>
                    <a:pt x="0" y="90846"/>
                  </a:cubicBezTo>
                  <a:lnTo>
                    <a:pt x="14948" y="76551"/>
                  </a:lnTo>
                  <a:cubicBezTo>
                    <a:pt x="23504" y="85579"/>
                    <a:pt x="32748" y="88400"/>
                    <a:pt x="44057" y="88400"/>
                  </a:cubicBezTo>
                  <a:cubicBezTo>
                    <a:pt x="54973" y="88400"/>
                    <a:pt x="63529" y="85391"/>
                    <a:pt x="63529" y="76928"/>
                  </a:cubicBezTo>
                  <a:cubicBezTo>
                    <a:pt x="63529" y="67617"/>
                    <a:pt x="54383" y="65078"/>
                    <a:pt x="38943" y="61222"/>
                  </a:cubicBezTo>
                  <a:cubicBezTo>
                    <a:pt x="22324" y="57084"/>
                    <a:pt x="5015" y="50407"/>
                    <a:pt x="5015" y="30094"/>
                  </a:cubicBezTo>
                  <a:cubicBezTo>
                    <a:pt x="5015" y="11003"/>
                    <a:pt x="20356" y="0"/>
                    <a:pt x="45827" y="0"/>
                  </a:cubicBezTo>
                  <a:cubicBezTo>
                    <a:pt x="62447" y="0"/>
                    <a:pt x="76117" y="4890"/>
                    <a:pt x="85755" y="14012"/>
                  </a:cubicBezTo>
                  <a:lnTo>
                    <a:pt x="71200" y="27931"/>
                  </a:lnTo>
                  <a:cubicBezTo>
                    <a:pt x="63922" y="20784"/>
                    <a:pt x="54973" y="18150"/>
                    <a:pt x="46220" y="18150"/>
                  </a:cubicBezTo>
                  <a:cubicBezTo>
                    <a:pt x="35895" y="18150"/>
                    <a:pt x="29109" y="21536"/>
                    <a:pt x="29109" y="29059"/>
                  </a:cubicBezTo>
                  <a:cubicBezTo>
                    <a:pt x="29109" y="36677"/>
                    <a:pt x="37862" y="39122"/>
                    <a:pt x="52417" y="42790"/>
                  </a:cubicBezTo>
                  <a:cubicBezTo>
                    <a:pt x="69430" y="46928"/>
                    <a:pt x="87721" y="52570"/>
                    <a:pt x="87721" y="75235"/>
                  </a:cubicBezTo>
                  <a:cubicBezTo>
                    <a:pt x="87721" y="95172"/>
                    <a:pt x="70905" y="106739"/>
                    <a:pt x="44450" y="106739"/>
                  </a:cubicBez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28" name="Freihandform 27">
              <a:extLst>
                <a:ext uri="{FF2B5EF4-FFF2-40B4-BE49-F238E27FC236}">
                  <a16:creationId xmlns:a16="http://schemas.microsoft.com/office/drawing/2014/main" id="{0777E821-79F7-6EF7-FBA2-1B0AABE280DE}"/>
                </a:ext>
              </a:extLst>
            </p:cNvPr>
            <p:cNvSpPr/>
            <p:nvPr/>
          </p:nvSpPr>
          <p:spPr>
            <a:xfrm>
              <a:off x="10646517" y="6280949"/>
              <a:ext cx="106788" cy="71113"/>
            </a:xfrm>
            <a:custGeom>
              <a:avLst/>
              <a:gdLst>
                <a:gd name="connsiteX0" fmla="*/ 28715 w 154495"/>
                <a:gd name="connsiteY0" fmla="*/ 102884 h 102883"/>
                <a:gd name="connsiteX1" fmla="*/ 0 w 154495"/>
                <a:gd name="connsiteY1" fmla="*/ 0 h 102883"/>
                <a:gd name="connsiteX2" fmla="*/ 24782 w 154495"/>
                <a:gd name="connsiteY2" fmla="*/ 0 h 102883"/>
                <a:gd name="connsiteX3" fmla="*/ 39632 w 154495"/>
                <a:gd name="connsiteY3" fmla="*/ 61034 h 102883"/>
                <a:gd name="connsiteX4" fmla="*/ 43762 w 154495"/>
                <a:gd name="connsiteY4" fmla="*/ 81724 h 102883"/>
                <a:gd name="connsiteX5" fmla="*/ 48089 w 154495"/>
                <a:gd name="connsiteY5" fmla="*/ 61410 h 102883"/>
                <a:gd name="connsiteX6" fmla="*/ 63922 w 154495"/>
                <a:gd name="connsiteY6" fmla="*/ 0 h 102883"/>
                <a:gd name="connsiteX7" fmla="*/ 91459 w 154495"/>
                <a:gd name="connsiteY7" fmla="*/ 0 h 102883"/>
                <a:gd name="connsiteX8" fmla="*/ 106701 w 154495"/>
                <a:gd name="connsiteY8" fmla="*/ 61410 h 102883"/>
                <a:gd name="connsiteX9" fmla="*/ 110832 w 154495"/>
                <a:gd name="connsiteY9" fmla="*/ 81724 h 102883"/>
                <a:gd name="connsiteX10" fmla="*/ 115257 w 154495"/>
                <a:gd name="connsiteY10" fmla="*/ 61410 h 102883"/>
                <a:gd name="connsiteX11" fmla="*/ 130893 w 154495"/>
                <a:gd name="connsiteY11" fmla="*/ 0 h 102883"/>
                <a:gd name="connsiteX12" fmla="*/ 154496 w 154495"/>
                <a:gd name="connsiteY12" fmla="*/ 0 h 102883"/>
                <a:gd name="connsiteX13" fmla="*/ 125484 w 154495"/>
                <a:gd name="connsiteY13" fmla="*/ 102884 h 102883"/>
                <a:gd name="connsiteX14" fmla="*/ 96474 w 154495"/>
                <a:gd name="connsiteY14" fmla="*/ 102884 h 102883"/>
                <a:gd name="connsiteX15" fmla="*/ 82116 w 154495"/>
                <a:gd name="connsiteY15" fmla="*/ 43636 h 102883"/>
                <a:gd name="connsiteX16" fmla="*/ 77297 w 154495"/>
                <a:gd name="connsiteY16" fmla="*/ 22006 h 102883"/>
                <a:gd name="connsiteX17" fmla="*/ 72576 w 154495"/>
                <a:gd name="connsiteY17" fmla="*/ 43636 h 102883"/>
                <a:gd name="connsiteX18" fmla="*/ 57727 w 154495"/>
                <a:gd name="connsiteY18" fmla="*/ 102884 h 102883"/>
                <a:gd name="connsiteX19" fmla="*/ 28715 w 154495"/>
                <a:gd name="connsiteY19" fmla="*/ 102884 h 102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4495" h="102883">
                  <a:moveTo>
                    <a:pt x="28715" y="102884"/>
                  </a:moveTo>
                  <a:lnTo>
                    <a:pt x="0" y="0"/>
                  </a:lnTo>
                  <a:lnTo>
                    <a:pt x="24782" y="0"/>
                  </a:lnTo>
                  <a:lnTo>
                    <a:pt x="39632" y="61034"/>
                  </a:lnTo>
                  <a:cubicBezTo>
                    <a:pt x="41304" y="68275"/>
                    <a:pt x="43172" y="77398"/>
                    <a:pt x="43762" y="81724"/>
                  </a:cubicBezTo>
                  <a:cubicBezTo>
                    <a:pt x="44451" y="77398"/>
                    <a:pt x="46516" y="68370"/>
                    <a:pt x="48089" y="61410"/>
                  </a:cubicBezTo>
                  <a:lnTo>
                    <a:pt x="63922" y="0"/>
                  </a:lnTo>
                  <a:lnTo>
                    <a:pt x="91459" y="0"/>
                  </a:lnTo>
                  <a:lnTo>
                    <a:pt x="106701" y="61410"/>
                  </a:lnTo>
                  <a:cubicBezTo>
                    <a:pt x="108373" y="68370"/>
                    <a:pt x="110242" y="77680"/>
                    <a:pt x="110832" y="81724"/>
                  </a:cubicBezTo>
                  <a:cubicBezTo>
                    <a:pt x="111520" y="77680"/>
                    <a:pt x="113192" y="69780"/>
                    <a:pt x="115257" y="61410"/>
                  </a:cubicBezTo>
                  <a:lnTo>
                    <a:pt x="130893" y="0"/>
                  </a:lnTo>
                  <a:lnTo>
                    <a:pt x="154496" y="0"/>
                  </a:lnTo>
                  <a:lnTo>
                    <a:pt x="125484" y="102884"/>
                  </a:lnTo>
                  <a:lnTo>
                    <a:pt x="96474" y="102884"/>
                  </a:lnTo>
                  <a:lnTo>
                    <a:pt x="82116" y="43636"/>
                  </a:lnTo>
                  <a:cubicBezTo>
                    <a:pt x="80247" y="35924"/>
                    <a:pt x="77789" y="25298"/>
                    <a:pt x="77297" y="22006"/>
                  </a:cubicBezTo>
                  <a:cubicBezTo>
                    <a:pt x="76904" y="25298"/>
                    <a:pt x="74543" y="35924"/>
                    <a:pt x="72576" y="43636"/>
                  </a:cubicBezTo>
                  <a:lnTo>
                    <a:pt x="57727" y="102884"/>
                  </a:lnTo>
                  <a:lnTo>
                    <a:pt x="28715" y="102884"/>
                  </a:ln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29" name="Freihandform 28">
              <a:extLst>
                <a:ext uri="{FF2B5EF4-FFF2-40B4-BE49-F238E27FC236}">
                  <a16:creationId xmlns:a16="http://schemas.microsoft.com/office/drawing/2014/main" id="{BC30D9FE-9ACD-B170-1F08-CE5BF073AB2C}"/>
                </a:ext>
              </a:extLst>
            </p:cNvPr>
            <p:cNvSpPr/>
            <p:nvPr/>
          </p:nvSpPr>
          <p:spPr>
            <a:xfrm>
              <a:off x="10752618" y="6279584"/>
              <a:ext cx="75724" cy="73779"/>
            </a:xfrm>
            <a:custGeom>
              <a:avLst/>
              <a:gdLst>
                <a:gd name="connsiteX0" fmla="*/ 54777 w 109553"/>
                <a:gd name="connsiteY0" fmla="*/ 106739 h 106739"/>
                <a:gd name="connsiteX1" fmla="*/ 0 w 109553"/>
                <a:gd name="connsiteY1" fmla="*/ 53417 h 106739"/>
                <a:gd name="connsiteX2" fmla="*/ 54777 w 109553"/>
                <a:gd name="connsiteY2" fmla="*/ 0 h 106739"/>
                <a:gd name="connsiteX3" fmla="*/ 109553 w 109553"/>
                <a:gd name="connsiteY3" fmla="*/ 53417 h 106739"/>
                <a:gd name="connsiteX4" fmla="*/ 54777 w 109553"/>
                <a:gd name="connsiteY4" fmla="*/ 106739 h 106739"/>
                <a:gd name="connsiteX5" fmla="*/ 26061 w 109553"/>
                <a:gd name="connsiteY5" fmla="*/ 53417 h 106739"/>
                <a:gd name="connsiteX6" fmla="*/ 54777 w 109553"/>
                <a:gd name="connsiteY6" fmla="*/ 87461 h 106739"/>
                <a:gd name="connsiteX7" fmla="*/ 83493 w 109553"/>
                <a:gd name="connsiteY7" fmla="*/ 53417 h 106739"/>
                <a:gd name="connsiteX8" fmla="*/ 54777 w 109553"/>
                <a:gd name="connsiteY8" fmla="*/ 19373 h 106739"/>
                <a:gd name="connsiteX9" fmla="*/ 26061 w 109553"/>
                <a:gd name="connsiteY9" fmla="*/ 53417 h 10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553" h="106739">
                  <a:moveTo>
                    <a:pt x="54777" y="106739"/>
                  </a:moveTo>
                  <a:cubicBezTo>
                    <a:pt x="22620" y="106739"/>
                    <a:pt x="0" y="85861"/>
                    <a:pt x="0" y="53417"/>
                  </a:cubicBezTo>
                  <a:cubicBezTo>
                    <a:pt x="0" y="20972"/>
                    <a:pt x="22620" y="0"/>
                    <a:pt x="54777" y="0"/>
                  </a:cubicBezTo>
                  <a:cubicBezTo>
                    <a:pt x="86935" y="0"/>
                    <a:pt x="109553" y="20972"/>
                    <a:pt x="109553" y="53417"/>
                  </a:cubicBezTo>
                  <a:cubicBezTo>
                    <a:pt x="109553" y="85861"/>
                    <a:pt x="86935" y="106739"/>
                    <a:pt x="54777" y="106739"/>
                  </a:cubicBezTo>
                  <a:close/>
                  <a:moveTo>
                    <a:pt x="26061" y="53417"/>
                  </a:moveTo>
                  <a:cubicBezTo>
                    <a:pt x="26061" y="75517"/>
                    <a:pt x="38059" y="87461"/>
                    <a:pt x="54777" y="87461"/>
                  </a:cubicBezTo>
                  <a:cubicBezTo>
                    <a:pt x="71495" y="87461"/>
                    <a:pt x="83493" y="75517"/>
                    <a:pt x="83493" y="53417"/>
                  </a:cubicBezTo>
                  <a:cubicBezTo>
                    <a:pt x="83493" y="31222"/>
                    <a:pt x="71495" y="19373"/>
                    <a:pt x="54777" y="19373"/>
                  </a:cubicBezTo>
                  <a:cubicBezTo>
                    <a:pt x="38059" y="19373"/>
                    <a:pt x="26061" y="31222"/>
                    <a:pt x="26061" y="53417"/>
                  </a:cubicBez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30" name="Freihandform 29">
              <a:extLst>
                <a:ext uri="{FF2B5EF4-FFF2-40B4-BE49-F238E27FC236}">
                  <a16:creationId xmlns:a16="http://schemas.microsoft.com/office/drawing/2014/main" id="{E723D37F-19D1-C611-151F-EF30073EC6C8}"/>
                </a:ext>
              </a:extLst>
            </p:cNvPr>
            <p:cNvSpPr/>
            <p:nvPr/>
          </p:nvSpPr>
          <p:spPr>
            <a:xfrm>
              <a:off x="10838531" y="6279584"/>
              <a:ext cx="40716" cy="72479"/>
            </a:xfrm>
            <a:custGeom>
              <a:avLst/>
              <a:gdLst>
                <a:gd name="connsiteX0" fmla="*/ 0 w 58906"/>
                <a:gd name="connsiteY0" fmla="*/ 104859 h 104858"/>
                <a:gd name="connsiteX1" fmla="*/ 0 w 58906"/>
                <a:gd name="connsiteY1" fmla="*/ 1975 h 104858"/>
                <a:gd name="connsiteX2" fmla="*/ 24094 w 58906"/>
                <a:gd name="connsiteY2" fmla="*/ 1975 h 104858"/>
                <a:gd name="connsiteX3" fmla="*/ 24094 w 58906"/>
                <a:gd name="connsiteY3" fmla="*/ 24075 h 104858"/>
                <a:gd name="connsiteX4" fmla="*/ 24487 w 58906"/>
                <a:gd name="connsiteY4" fmla="*/ 24075 h 104858"/>
                <a:gd name="connsiteX5" fmla="*/ 49663 w 58906"/>
                <a:gd name="connsiteY5" fmla="*/ 0 h 104858"/>
                <a:gd name="connsiteX6" fmla="*/ 58907 w 58906"/>
                <a:gd name="connsiteY6" fmla="*/ 1317 h 104858"/>
                <a:gd name="connsiteX7" fmla="*/ 58907 w 58906"/>
                <a:gd name="connsiteY7" fmla="*/ 23605 h 104858"/>
                <a:gd name="connsiteX8" fmla="*/ 48581 w 58906"/>
                <a:gd name="connsiteY8" fmla="*/ 22382 h 104858"/>
                <a:gd name="connsiteX9" fmla="*/ 24881 w 58906"/>
                <a:gd name="connsiteY9" fmla="*/ 53134 h 104858"/>
                <a:gd name="connsiteX10" fmla="*/ 24881 w 58906"/>
                <a:gd name="connsiteY10" fmla="*/ 104859 h 104858"/>
                <a:gd name="connsiteX11" fmla="*/ 0 w 58906"/>
                <a:gd name="connsiteY11" fmla="*/ 104859 h 10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906" h="104858">
                  <a:moveTo>
                    <a:pt x="0" y="104859"/>
                  </a:moveTo>
                  <a:lnTo>
                    <a:pt x="0" y="1975"/>
                  </a:lnTo>
                  <a:lnTo>
                    <a:pt x="24094" y="1975"/>
                  </a:lnTo>
                  <a:lnTo>
                    <a:pt x="24094" y="24075"/>
                  </a:lnTo>
                  <a:lnTo>
                    <a:pt x="24487" y="24075"/>
                  </a:lnTo>
                  <a:cubicBezTo>
                    <a:pt x="28126" y="7618"/>
                    <a:pt x="36190" y="0"/>
                    <a:pt x="49663" y="0"/>
                  </a:cubicBezTo>
                  <a:cubicBezTo>
                    <a:pt x="53597" y="0"/>
                    <a:pt x="56940" y="658"/>
                    <a:pt x="58907" y="1317"/>
                  </a:cubicBezTo>
                  <a:lnTo>
                    <a:pt x="58907" y="23605"/>
                  </a:lnTo>
                  <a:cubicBezTo>
                    <a:pt x="56252" y="22947"/>
                    <a:pt x="52318" y="22382"/>
                    <a:pt x="48581" y="22382"/>
                  </a:cubicBezTo>
                  <a:cubicBezTo>
                    <a:pt x="30879" y="22382"/>
                    <a:pt x="24881" y="34044"/>
                    <a:pt x="24881" y="53134"/>
                  </a:cubicBezTo>
                  <a:lnTo>
                    <a:pt x="24881" y="104859"/>
                  </a:lnTo>
                  <a:lnTo>
                    <a:pt x="0" y="104859"/>
                  </a:ln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31" name="Freihandform 30">
              <a:extLst>
                <a:ext uri="{FF2B5EF4-FFF2-40B4-BE49-F238E27FC236}">
                  <a16:creationId xmlns:a16="http://schemas.microsoft.com/office/drawing/2014/main" id="{F09292F6-796F-E21C-C1F3-1EB61DDD01B4}"/>
                </a:ext>
              </a:extLst>
            </p:cNvPr>
            <p:cNvSpPr/>
            <p:nvPr/>
          </p:nvSpPr>
          <p:spPr>
            <a:xfrm>
              <a:off x="10887670" y="6255143"/>
              <a:ext cx="66750" cy="96920"/>
            </a:xfrm>
            <a:custGeom>
              <a:avLst/>
              <a:gdLst>
                <a:gd name="connsiteX0" fmla="*/ 0 w 96571"/>
                <a:gd name="connsiteY0" fmla="*/ 140219 h 140218"/>
                <a:gd name="connsiteX1" fmla="*/ 0 w 96571"/>
                <a:gd name="connsiteY1" fmla="*/ 0 h 140218"/>
                <a:gd name="connsiteX2" fmla="*/ 24880 w 96571"/>
                <a:gd name="connsiteY2" fmla="*/ 0 h 140218"/>
                <a:gd name="connsiteX3" fmla="*/ 24880 w 96571"/>
                <a:gd name="connsiteY3" fmla="*/ 82194 h 140218"/>
                <a:gd name="connsiteX4" fmla="*/ 64807 w 96571"/>
                <a:gd name="connsiteY4" fmla="*/ 37335 h 140218"/>
                <a:gd name="connsiteX5" fmla="*/ 94211 w 96571"/>
                <a:gd name="connsiteY5" fmla="*/ 37335 h 140218"/>
                <a:gd name="connsiteX6" fmla="*/ 53399 w 96571"/>
                <a:gd name="connsiteY6" fmla="*/ 80595 h 140218"/>
                <a:gd name="connsiteX7" fmla="*/ 96572 w 96571"/>
                <a:gd name="connsiteY7" fmla="*/ 140219 h 140218"/>
                <a:gd name="connsiteX8" fmla="*/ 67364 w 96571"/>
                <a:gd name="connsiteY8" fmla="*/ 140219 h 140218"/>
                <a:gd name="connsiteX9" fmla="*/ 35993 w 96571"/>
                <a:gd name="connsiteY9" fmla="*/ 94983 h 140218"/>
                <a:gd name="connsiteX10" fmla="*/ 24880 w 96571"/>
                <a:gd name="connsiteY10" fmla="*/ 105798 h 140218"/>
                <a:gd name="connsiteX11" fmla="*/ 24880 w 96571"/>
                <a:gd name="connsiteY11" fmla="*/ 140219 h 140218"/>
                <a:gd name="connsiteX12" fmla="*/ 0 w 96571"/>
                <a:gd name="connsiteY12" fmla="*/ 140219 h 14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6571" h="140218">
                  <a:moveTo>
                    <a:pt x="0" y="140219"/>
                  </a:moveTo>
                  <a:lnTo>
                    <a:pt x="0" y="0"/>
                  </a:lnTo>
                  <a:lnTo>
                    <a:pt x="24880" y="0"/>
                  </a:lnTo>
                  <a:lnTo>
                    <a:pt x="24880" y="82194"/>
                  </a:lnTo>
                  <a:lnTo>
                    <a:pt x="64807" y="37335"/>
                  </a:lnTo>
                  <a:lnTo>
                    <a:pt x="94211" y="37335"/>
                  </a:lnTo>
                  <a:lnTo>
                    <a:pt x="53399" y="80595"/>
                  </a:lnTo>
                  <a:lnTo>
                    <a:pt x="96572" y="140219"/>
                  </a:lnTo>
                  <a:lnTo>
                    <a:pt x="67364" y="140219"/>
                  </a:lnTo>
                  <a:lnTo>
                    <a:pt x="35993" y="94983"/>
                  </a:lnTo>
                  <a:lnTo>
                    <a:pt x="24880" y="105798"/>
                  </a:lnTo>
                  <a:lnTo>
                    <a:pt x="24880" y="140219"/>
                  </a:lnTo>
                  <a:lnTo>
                    <a:pt x="0" y="140219"/>
                  </a:ln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32" name="Freihandform 31">
              <a:extLst>
                <a:ext uri="{FF2B5EF4-FFF2-40B4-BE49-F238E27FC236}">
                  <a16:creationId xmlns:a16="http://schemas.microsoft.com/office/drawing/2014/main" id="{C12CF06B-F8AA-FD0E-F261-DEB3B93B903A}"/>
                </a:ext>
              </a:extLst>
            </p:cNvPr>
            <p:cNvSpPr/>
            <p:nvPr/>
          </p:nvSpPr>
          <p:spPr>
            <a:xfrm>
              <a:off x="11280137" y="6262643"/>
              <a:ext cx="44186" cy="90744"/>
            </a:xfrm>
            <a:custGeom>
              <a:avLst/>
              <a:gdLst>
                <a:gd name="connsiteX0" fmla="*/ 46909 w 63926"/>
                <a:gd name="connsiteY0" fmla="*/ 131284 h 131284"/>
                <a:gd name="connsiteX1" fmla="*/ 15737 w 63926"/>
                <a:gd name="connsiteY1" fmla="*/ 103917 h 131284"/>
                <a:gd name="connsiteX2" fmla="*/ 15737 w 63926"/>
                <a:gd name="connsiteY2" fmla="*/ 45141 h 131284"/>
                <a:gd name="connsiteX3" fmla="*/ 0 w 63926"/>
                <a:gd name="connsiteY3" fmla="*/ 45141 h 131284"/>
                <a:gd name="connsiteX4" fmla="*/ 0 w 63926"/>
                <a:gd name="connsiteY4" fmla="*/ 34232 h 131284"/>
                <a:gd name="connsiteX5" fmla="*/ 35895 w 63926"/>
                <a:gd name="connsiteY5" fmla="*/ 0 h 131284"/>
                <a:gd name="connsiteX6" fmla="*/ 40620 w 63926"/>
                <a:gd name="connsiteY6" fmla="*/ 0 h 131284"/>
                <a:gd name="connsiteX7" fmla="*/ 40620 w 63926"/>
                <a:gd name="connsiteY7" fmla="*/ 26708 h 131284"/>
                <a:gd name="connsiteX8" fmla="*/ 63927 w 63926"/>
                <a:gd name="connsiteY8" fmla="*/ 26708 h 131284"/>
                <a:gd name="connsiteX9" fmla="*/ 63927 w 63926"/>
                <a:gd name="connsiteY9" fmla="*/ 45141 h 131284"/>
                <a:gd name="connsiteX10" fmla="*/ 40620 w 63926"/>
                <a:gd name="connsiteY10" fmla="*/ 45141 h 131284"/>
                <a:gd name="connsiteX11" fmla="*/ 40620 w 63926"/>
                <a:gd name="connsiteY11" fmla="*/ 99309 h 131284"/>
                <a:gd name="connsiteX12" fmla="*/ 52126 w 63926"/>
                <a:gd name="connsiteY12" fmla="*/ 110783 h 131284"/>
                <a:gd name="connsiteX13" fmla="*/ 63927 w 63926"/>
                <a:gd name="connsiteY13" fmla="*/ 109184 h 131284"/>
                <a:gd name="connsiteX14" fmla="*/ 63927 w 63926"/>
                <a:gd name="connsiteY14" fmla="*/ 129591 h 131284"/>
                <a:gd name="connsiteX15" fmla="*/ 46909 w 63926"/>
                <a:gd name="connsiteY15" fmla="*/ 131284 h 13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926" h="131284">
                  <a:moveTo>
                    <a:pt x="46909" y="131284"/>
                  </a:moveTo>
                  <a:cubicBezTo>
                    <a:pt x="25280" y="131284"/>
                    <a:pt x="15737" y="123667"/>
                    <a:pt x="15737" y="103917"/>
                  </a:cubicBezTo>
                  <a:lnTo>
                    <a:pt x="15737" y="45141"/>
                  </a:lnTo>
                  <a:lnTo>
                    <a:pt x="0" y="45141"/>
                  </a:lnTo>
                  <a:lnTo>
                    <a:pt x="0" y="34232"/>
                  </a:lnTo>
                  <a:lnTo>
                    <a:pt x="35895" y="0"/>
                  </a:lnTo>
                  <a:lnTo>
                    <a:pt x="40620" y="0"/>
                  </a:lnTo>
                  <a:lnTo>
                    <a:pt x="40620" y="26708"/>
                  </a:lnTo>
                  <a:lnTo>
                    <a:pt x="63927" y="26708"/>
                  </a:lnTo>
                  <a:lnTo>
                    <a:pt x="63927" y="45141"/>
                  </a:lnTo>
                  <a:lnTo>
                    <a:pt x="40620" y="45141"/>
                  </a:lnTo>
                  <a:lnTo>
                    <a:pt x="40620" y="99309"/>
                  </a:lnTo>
                  <a:cubicBezTo>
                    <a:pt x="40620" y="108338"/>
                    <a:pt x="43665" y="110783"/>
                    <a:pt x="52126" y="110783"/>
                  </a:cubicBezTo>
                  <a:cubicBezTo>
                    <a:pt x="56357" y="110783"/>
                    <a:pt x="60389" y="110124"/>
                    <a:pt x="63927" y="109184"/>
                  </a:cubicBezTo>
                  <a:lnTo>
                    <a:pt x="63927" y="129591"/>
                  </a:lnTo>
                  <a:cubicBezTo>
                    <a:pt x="59601" y="130626"/>
                    <a:pt x="53208" y="131284"/>
                    <a:pt x="46909" y="131284"/>
                  </a:cubicBez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33" name="Freihandform 32">
              <a:extLst>
                <a:ext uri="{FF2B5EF4-FFF2-40B4-BE49-F238E27FC236}">
                  <a16:creationId xmlns:a16="http://schemas.microsoft.com/office/drawing/2014/main" id="{F7F94DA7-F3A0-421D-D679-59012F887EC9}"/>
                </a:ext>
              </a:extLst>
            </p:cNvPr>
            <p:cNvSpPr/>
            <p:nvPr/>
          </p:nvSpPr>
          <p:spPr>
            <a:xfrm>
              <a:off x="11335668" y="6255297"/>
              <a:ext cx="64440" cy="96920"/>
            </a:xfrm>
            <a:custGeom>
              <a:avLst/>
              <a:gdLst>
                <a:gd name="connsiteX0" fmla="*/ 0 w 93229"/>
                <a:gd name="connsiteY0" fmla="*/ 140218 h 140218"/>
                <a:gd name="connsiteX1" fmla="*/ 0 w 93229"/>
                <a:gd name="connsiteY1" fmla="*/ 0 h 140218"/>
                <a:gd name="connsiteX2" fmla="*/ 24882 w 93229"/>
                <a:gd name="connsiteY2" fmla="*/ 0 h 140218"/>
                <a:gd name="connsiteX3" fmla="*/ 24882 w 93229"/>
                <a:gd name="connsiteY3" fmla="*/ 58965 h 140218"/>
                <a:gd name="connsiteX4" fmla="*/ 25375 w 93229"/>
                <a:gd name="connsiteY4" fmla="*/ 58965 h 140218"/>
                <a:gd name="connsiteX5" fmla="*/ 59791 w 93229"/>
                <a:gd name="connsiteY5" fmla="*/ 35360 h 140218"/>
                <a:gd name="connsiteX6" fmla="*/ 93230 w 93229"/>
                <a:gd name="connsiteY6" fmla="*/ 72319 h 140218"/>
                <a:gd name="connsiteX7" fmla="*/ 93230 w 93229"/>
                <a:gd name="connsiteY7" fmla="*/ 140218 h 140218"/>
                <a:gd name="connsiteX8" fmla="*/ 68348 w 93229"/>
                <a:gd name="connsiteY8" fmla="*/ 140218 h 140218"/>
                <a:gd name="connsiteX9" fmla="*/ 68348 w 93229"/>
                <a:gd name="connsiteY9" fmla="*/ 78056 h 140218"/>
                <a:gd name="connsiteX10" fmla="*/ 48882 w 93229"/>
                <a:gd name="connsiteY10" fmla="*/ 55862 h 140218"/>
                <a:gd name="connsiteX11" fmla="*/ 24882 w 93229"/>
                <a:gd name="connsiteY11" fmla="*/ 82570 h 140218"/>
                <a:gd name="connsiteX12" fmla="*/ 24882 w 93229"/>
                <a:gd name="connsiteY12" fmla="*/ 140218 h 140218"/>
                <a:gd name="connsiteX13" fmla="*/ 0 w 93229"/>
                <a:gd name="connsiteY13" fmla="*/ 140218 h 14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229" h="140218">
                  <a:moveTo>
                    <a:pt x="0" y="140218"/>
                  </a:moveTo>
                  <a:lnTo>
                    <a:pt x="0" y="0"/>
                  </a:lnTo>
                  <a:lnTo>
                    <a:pt x="24882" y="0"/>
                  </a:lnTo>
                  <a:lnTo>
                    <a:pt x="24882" y="58965"/>
                  </a:lnTo>
                  <a:lnTo>
                    <a:pt x="25375" y="58965"/>
                  </a:lnTo>
                  <a:cubicBezTo>
                    <a:pt x="29606" y="46363"/>
                    <a:pt x="39927" y="35360"/>
                    <a:pt x="59791" y="35360"/>
                  </a:cubicBezTo>
                  <a:cubicBezTo>
                    <a:pt x="82899" y="35360"/>
                    <a:pt x="93230" y="50407"/>
                    <a:pt x="93230" y="72319"/>
                  </a:cubicBezTo>
                  <a:lnTo>
                    <a:pt x="93230" y="140218"/>
                  </a:lnTo>
                  <a:lnTo>
                    <a:pt x="68348" y="140218"/>
                  </a:lnTo>
                  <a:lnTo>
                    <a:pt x="68348" y="78056"/>
                  </a:lnTo>
                  <a:cubicBezTo>
                    <a:pt x="68348" y="64232"/>
                    <a:pt x="63329" y="55862"/>
                    <a:pt x="48882" y="55862"/>
                  </a:cubicBezTo>
                  <a:cubicBezTo>
                    <a:pt x="34027" y="55862"/>
                    <a:pt x="24882" y="65266"/>
                    <a:pt x="24882" y="82570"/>
                  </a:cubicBezTo>
                  <a:lnTo>
                    <a:pt x="24882" y="140218"/>
                  </a:lnTo>
                  <a:lnTo>
                    <a:pt x="0" y="140218"/>
                  </a:ln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34" name="Freihandform 33">
              <a:extLst>
                <a:ext uri="{FF2B5EF4-FFF2-40B4-BE49-F238E27FC236}">
                  <a16:creationId xmlns:a16="http://schemas.microsoft.com/office/drawing/2014/main" id="{A310EA97-32CC-99D9-DF5D-F7C34CE74CB6}"/>
                </a:ext>
              </a:extLst>
            </p:cNvPr>
            <p:cNvSpPr/>
            <p:nvPr/>
          </p:nvSpPr>
          <p:spPr>
            <a:xfrm>
              <a:off x="11409752" y="6279738"/>
              <a:ext cx="71037" cy="73779"/>
            </a:xfrm>
            <a:custGeom>
              <a:avLst/>
              <a:gdLst>
                <a:gd name="connsiteX0" fmla="*/ 56158 w 102772"/>
                <a:gd name="connsiteY0" fmla="*/ 106740 h 106739"/>
                <a:gd name="connsiteX1" fmla="*/ 0 w 102772"/>
                <a:gd name="connsiteY1" fmla="*/ 53417 h 106739"/>
                <a:gd name="connsiteX2" fmla="*/ 53995 w 102772"/>
                <a:gd name="connsiteY2" fmla="*/ 0 h 106739"/>
                <a:gd name="connsiteX3" fmla="*/ 102773 w 102772"/>
                <a:gd name="connsiteY3" fmla="*/ 50219 h 106739"/>
                <a:gd name="connsiteX4" fmla="*/ 102374 w 102772"/>
                <a:gd name="connsiteY4" fmla="*/ 59247 h 106739"/>
                <a:gd name="connsiteX5" fmla="*/ 26258 w 102772"/>
                <a:gd name="connsiteY5" fmla="*/ 59247 h 106739"/>
                <a:gd name="connsiteX6" fmla="*/ 57334 w 102772"/>
                <a:gd name="connsiteY6" fmla="*/ 88119 h 106739"/>
                <a:gd name="connsiteX7" fmla="*/ 84768 w 102772"/>
                <a:gd name="connsiteY7" fmla="*/ 76645 h 106739"/>
                <a:gd name="connsiteX8" fmla="*/ 99225 w 102772"/>
                <a:gd name="connsiteY8" fmla="*/ 90470 h 106739"/>
                <a:gd name="connsiteX9" fmla="*/ 56158 w 102772"/>
                <a:gd name="connsiteY9" fmla="*/ 106740 h 106739"/>
                <a:gd name="connsiteX10" fmla="*/ 26656 w 102772"/>
                <a:gd name="connsiteY10" fmla="*/ 44482 h 106739"/>
                <a:gd name="connsiteX11" fmla="*/ 77985 w 102772"/>
                <a:gd name="connsiteY11" fmla="*/ 44482 h 106739"/>
                <a:gd name="connsiteX12" fmla="*/ 53398 w 102772"/>
                <a:gd name="connsiteY12" fmla="*/ 18338 h 106739"/>
                <a:gd name="connsiteX13" fmla="*/ 26656 w 102772"/>
                <a:gd name="connsiteY13" fmla="*/ 44482 h 10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2772" h="106739">
                  <a:moveTo>
                    <a:pt x="56158" y="106740"/>
                  </a:moveTo>
                  <a:cubicBezTo>
                    <a:pt x="21638" y="106740"/>
                    <a:pt x="0" y="87836"/>
                    <a:pt x="0" y="53417"/>
                  </a:cubicBezTo>
                  <a:cubicBezTo>
                    <a:pt x="0" y="17586"/>
                    <a:pt x="24683" y="0"/>
                    <a:pt x="53995" y="0"/>
                  </a:cubicBezTo>
                  <a:cubicBezTo>
                    <a:pt x="89985" y="0"/>
                    <a:pt x="102773" y="25204"/>
                    <a:pt x="102773" y="50219"/>
                  </a:cubicBezTo>
                  <a:cubicBezTo>
                    <a:pt x="102773" y="53229"/>
                    <a:pt x="102573" y="56332"/>
                    <a:pt x="102374" y="59247"/>
                  </a:cubicBezTo>
                  <a:lnTo>
                    <a:pt x="26258" y="59247"/>
                  </a:lnTo>
                  <a:cubicBezTo>
                    <a:pt x="28032" y="78809"/>
                    <a:pt x="38647" y="88119"/>
                    <a:pt x="57334" y="88119"/>
                  </a:cubicBezTo>
                  <a:cubicBezTo>
                    <a:pt x="69429" y="88119"/>
                    <a:pt x="77492" y="84733"/>
                    <a:pt x="84768" y="76645"/>
                  </a:cubicBezTo>
                  <a:lnTo>
                    <a:pt x="99225" y="90470"/>
                  </a:lnTo>
                  <a:cubicBezTo>
                    <a:pt x="89198" y="101285"/>
                    <a:pt x="76904" y="106740"/>
                    <a:pt x="56158" y="106740"/>
                  </a:cubicBezTo>
                  <a:close/>
                  <a:moveTo>
                    <a:pt x="26656" y="44482"/>
                  </a:moveTo>
                  <a:lnTo>
                    <a:pt x="77985" y="44482"/>
                  </a:lnTo>
                  <a:cubicBezTo>
                    <a:pt x="76610" y="26332"/>
                    <a:pt x="67361" y="18338"/>
                    <a:pt x="53398" y="18338"/>
                  </a:cubicBezTo>
                  <a:cubicBezTo>
                    <a:pt x="39633" y="18338"/>
                    <a:pt x="29113" y="26332"/>
                    <a:pt x="26656" y="44482"/>
                  </a:cubicBez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35" name="Freihandform 34">
              <a:extLst>
                <a:ext uri="{FF2B5EF4-FFF2-40B4-BE49-F238E27FC236}">
                  <a16:creationId xmlns:a16="http://schemas.microsoft.com/office/drawing/2014/main" id="{3D22279D-5BF8-CBB3-72CC-6AE7A7AA6D3B}"/>
                </a:ext>
              </a:extLst>
            </p:cNvPr>
            <p:cNvSpPr/>
            <p:nvPr/>
          </p:nvSpPr>
          <p:spPr>
            <a:xfrm>
              <a:off x="11504492" y="6260628"/>
              <a:ext cx="91363" cy="91589"/>
            </a:xfrm>
            <a:custGeom>
              <a:avLst/>
              <a:gdLst>
                <a:gd name="connsiteX0" fmla="*/ 0 w 132179"/>
                <a:gd name="connsiteY0" fmla="*/ 132507 h 132506"/>
                <a:gd name="connsiteX1" fmla="*/ 50751 w 132179"/>
                <a:gd name="connsiteY1" fmla="*/ 0 h 132506"/>
                <a:gd name="connsiteX2" fmla="*/ 81334 w 132179"/>
                <a:gd name="connsiteY2" fmla="*/ 0 h 132506"/>
                <a:gd name="connsiteX3" fmla="*/ 132180 w 132179"/>
                <a:gd name="connsiteY3" fmla="*/ 132507 h 132506"/>
                <a:gd name="connsiteX4" fmla="*/ 105324 w 132179"/>
                <a:gd name="connsiteY4" fmla="*/ 132507 h 132506"/>
                <a:gd name="connsiteX5" fmla="*/ 94017 w 132179"/>
                <a:gd name="connsiteY5" fmla="*/ 100250 h 132506"/>
                <a:gd name="connsiteX6" fmla="*/ 37470 w 132179"/>
                <a:gd name="connsiteY6" fmla="*/ 100250 h 132506"/>
                <a:gd name="connsiteX7" fmla="*/ 26163 w 132179"/>
                <a:gd name="connsiteY7" fmla="*/ 132507 h 132506"/>
                <a:gd name="connsiteX8" fmla="*/ 0 w 132179"/>
                <a:gd name="connsiteY8" fmla="*/ 132507 h 132506"/>
                <a:gd name="connsiteX9" fmla="*/ 44651 w 132179"/>
                <a:gd name="connsiteY9" fmla="*/ 80031 h 132506"/>
                <a:gd name="connsiteX10" fmla="*/ 86940 w 132179"/>
                <a:gd name="connsiteY10" fmla="*/ 80031 h 132506"/>
                <a:gd name="connsiteX11" fmla="*/ 72778 w 132179"/>
                <a:gd name="connsiteY11" fmla="*/ 39592 h 132506"/>
                <a:gd name="connsiteX12" fmla="*/ 65701 w 132179"/>
                <a:gd name="connsiteY12" fmla="*/ 19185 h 132506"/>
                <a:gd name="connsiteX13" fmla="*/ 58814 w 132179"/>
                <a:gd name="connsiteY13" fmla="*/ 39592 h 132506"/>
                <a:gd name="connsiteX14" fmla="*/ 44651 w 132179"/>
                <a:gd name="connsiteY14" fmla="*/ 80031 h 13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2179" h="132506">
                  <a:moveTo>
                    <a:pt x="0" y="132507"/>
                  </a:moveTo>
                  <a:lnTo>
                    <a:pt x="50751" y="0"/>
                  </a:lnTo>
                  <a:lnTo>
                    <a:pt x="81334" y="0"/>
                  </a:lnTo>
                  <a:lnTo>
                    <a:pt x="132180" y="132507"/>
                  </a:lnTo>
                  <a:lnTo>
                    <a:pt x="105324" y="132507"/>
                  </a:lnTo>
                  <a:lnTo>
                    <a:pt x="94017" y="100250"/>
                  </a:lnTo>
                  <a:lnTo>
                    <a:pt x="37470" y="100250"/>
                  </a:lnTo>
                  <a:lnTo>
                    <a:pt x="26163" y="132507"/>
                  </a:lnTo>
                  <a:lnTo>
                    <a:pt x="0" y="132507"/>
                  </a:lnTo>
                  <a:close/>
                  <a:moveTo>
                    <a:pt x="44651" y="80031"/>
                  </a:moveTo>
                  <a:lnTo>
                    <a:pt x="86940" y="80031"/>
                  </a:lnTo>
                  <a:lnTo>
                    <a:pt x="72778" y="39592"/>
                  </a:lnTo>
                  <a:cubicBezTo>
                    <a:pt x="70416" y="33009"/>
                    <a:pt x="67171" y="24075"/>
                    <a:pt x="65701" y="19185"/>
                  </a:cubicBezTo>
                  <a:cubicBezTo>
                    <a:pt x="64221" y="24075"/>
                    <a:pt x="61176" y="33009"/>
                    <a:pt x="58814" y="39592"/>
                  </a:cubicBezTo>
                  <a:lnTo>
                    <a:pt x="44651" y="80031"/>
                  </a:ln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36" name="Freihandform 35">
              <a:extLst>
                <a:ext uri="{FF2B5EF4-FFF2-40B4-BE49-F238E27FC236}">
                  <a16:creationId xmlns:a16="http://schemas.microsoft.com/office/drawing/2014/main" id="{618C7607-6A71-928D-062D-1738A546A59B}"/>
                </a:ext>
              </a:extLst>
            </p:cNvPr>
            <p:cNvSpPr/>
            <p:nvPr/>
          </p:nvSpPr>
          <p:spPr>
            <a:xfrm>
              <a:off x="11602643" y="6260628"/>
              <a:ext cx="18083" cy="91589"/>
            </a:xfrm>
            <a:custGeom>
              <a:avLst/>
              <a:gdLst>
                <a:gd name="connsiteX0" fmla="*/ 0 w 26162"/>
                <a:gd name="connsiteY0" fmla="*/ 132507 h 132506"/>
                <a:gd name="connsiteX1" fmla="*/ 0 w 26162"/>
                <a:gd name="connsiteY1" fmla="*/ 0 h 132506"/>
                <a:gd name="connsiteX2" fmla="*/ 26163 w 26162"/>
                <a:gd name="connsiteY2" fmla="*/ 0 h 132506"/>
                <a:gd name="connsiteX3" fmla="*/ 26163 w 26162"/>
                <a:gd name="connsiteY3" fmla="*/ 132507 h 132506"/>
                <a:gd name="connsiteX4" fmla="*/ 0 w 26162"/>
                <a:gd name="connsiteY4" fmla="*/ 132507 h 13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62" h="132506">
                  <a:moveTo>
                    <a:pt x="0" y="132507"/>
                  </a:moveTo>
                  <a:lnTo>
                    <a:pt x="0" y="0"/>
                  </a:lnTo>
                  <a:lnTo>
                    <a:pt x="26163" y="0"/>
                  </a:lnTo>
                  <a:lnTo>
                    <a:pt x="26163" y="132507"/>
                  </a:lnTo>
                  <a:lnTo>
                    <a:pt x="0" y="132507"/>
                  </a:ln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37" name="Freihandform 36">
              <a:extLst>
                <a:ext uri="{FF2B5EF4-FFF2-40B4-BE49-F238E27FC236}">
                  <a16:creationId xmlns:a16="http://schemas.microsoft.com/office/drawing/2014/main" id="{18A40769-7BCC-6DAF-F31F-8FAFAB889F24}"/>
                </a:ext>
              </a:extLst>
            </p:cNvPr>
            <p:cNvSpPr/>
            <p:nvPr/>
          </p:nvSpPr>
          <p:spPr>
            <a:xfrm>
              <a:off x="11656126" y="6281103"/>
              <a:ext cx="106784" cy="71113"/>
            </a:xfrm>
            <a:custGeom>
              <a:avLst/>
              <a:gdLst>
                <a:gd name="connsiteX0" fmla="*/ 28714 w 154490"/>
                <a:gd name="connsiteY0" fmla="*/ 102883 h 102883"/>
                <a:gd name="connsiteX1" fmla="*/ 0 w 154490"/>
                <a:gd name="connsiteY1" fmla="*/ 0 h 102883"/>
                <a:gd name="connsiteX2" fmla="*/ 24778 w 154490"/>
                <a:gd name="connsiteY2" fmla="*/ 0 h 102883"/>
                <a:gd name="connsiteX3" fmla="*/ 39633 w 154490"/>
                <a:gd name="connsiteY3" fmla="*/ 61034 h 102883"/>
                <a:gd name="connsiteX4" fmla="*/ 43759 w 154490"/>
                <a:gd name="connsiteY4" fmla="*/ 81723 h 102883"/>
                <a:gd name="connsiteX5" fmla="*/ 48085 w 154490"/>
                <a:gd name="connsiteY5" fmla="*/ 61410 h 102883"/>
                <a:gd name="connsiteX6" fmla="*/ 63917 w 154490"/>
                <a:gd name="connsiteY6" fmla="*/ 0 h 102883"/>
                <a:gd name="connsiteX7" fmla="*/ 91456 w 154490"/>
                <a:gd name="connsiteY7" fmla="*/ 0 h 102883"/>
                <a:gd name="connsiteX8" fmla="*/ 106700 w 154490"/>
                <a:gd name="connsiteY8" fmla="*/ 61410 h 102883"/>
                <a:gd name="connsiteX9" fmla="*/ 110836 w 154490"/>
                <a:gd name="connsiteY9" fmla="*/ 81723 h 102883"/>
                <a:gd name="connsiteX10" fmla="*/ 115256 w 154490"/>
                <a:gd name="connsiteY10" fmla="*/ 61410 h 102883"/>
                <a:gd name="connsiteX11" fmla="*/ 130889 w 154490"/>
                <a:gd name="connsiteY11" fmla="*/ 0 h 102883"/>
                <a:gd name="connsiteX12" fmla="*/ 154491 w 154490"/>
                <a:gd name="connsiteY12" fmla="*/ 0 h 102883"/>
                <a:gd name="connsiteX13" fmla="*/ 125482 w 154490"/>
                <a:gd name="connsiteY13" fmla="*/ 102883 h 102883"/>
                <a:gd name="connsiteX14" fmla="*/ 96474 w 154490"/>
                <a:gd name="connsiteY14" fmla="*/ 102883 h 102883"/>
                <a:gd name="connsiteX15" fmla="*/ 82112 w 154490"/>
                <a:gd name="connsiteY15" fmla="*/ 43636 h 102883"/>
                <a:gd name="connsiteX16" fmla="*/ 77293 w 154490"/>
                <a:gd name="connsiteY16" fmla="*/ 22006 h 102883"/>
                <a:gd name="connsiteX17" fmla="*/ 72578 w 154490"/>
                <a:gd name="connsiteY17" fmla="*/ 43636 h 102883"/>
                <a:gd name="connsiteX18" fmla="*/ 57723 w 154490"/>
                <a:gd name="connsiteY18" fmla="*/ 102883 h 102883"/>
                <a:gd name="connsiteX19" fmla="*/ 28714 w 154490"/>
                <a:gd name="connsiteY19" fmla="*/ 102883 h 102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4490" h="102883">
                  <a:moveTo>
                    <a:pt x="28714" y="102883"/>
                  </a:moveTo>
                  <a:lnTo>
                    <a:pt x="0" y="0"/>
                  </a:lnTo>
                  <a:lnTo>
                    <a:pt x="24778" y="0"/>
                  </a:lnTo>
                  <a:lnTo>
                    <a:pt x="39633" y="61034"/>
                  </a:lnTo>
                  <a:cubicBezTo>
                    <a:pt x="41302" y="68276"/>
                    <a:pt x="43171" y="77398"/>
                    <a:pt x="43759" y="81723"/>
                  </a:cubicBezTo>
                  <a:cubicBezTo>
                    <a:pt x="44452" y="77398"/>
                    <a:pt x="46510" y="68369"/>
                    <a:pt x="48085" y="61410"/>
                  </a:cubicBezTo>
                  <a:lnTo>
                    <a:pt x="63917" y="0"/>
                  </a:lnTo>
                  <a:lnTo>
                    <a:pt x="91456" y="0"/>
                  </a:lnTo>
                  <a:lnTo>
                    <a:pt x="106700" y="61410"/>
                  </a:lnTo>
                  <a:cubicBezTo>
                    <a:pt x="108369" y="68369"/>
                    <a:pt x="110238" y="77680"/>
                    <a:pt x="110836" y="81723"/>
                  </a:cubicBezTo>
                  <a:cubicBezTo>
                    <a:pt x="111519" y="77680"/>
                    <a:pt x="113188" y="69780"/>
                    <a:pt x="115256" y="61410"/>
                  </a:cubicBezTo>
                  <a:lnTo>
                    <a:pt x="130889" y="0"/>
                  </a:lnTo>
                  <a:lnTo>
                    <a:pt x="154491" y="0"/>
                  </a:lnTo>
                  <a:lnTo>
                    <a:pt x="125482" y="102883"/>
                  </a:lnTo>
                  <a:lnTo>
                    <a:pt x="96474" y="102883"/>
                  </a:lnTo>
                  <a:lnTo>
                    <a:pt x="82112" y="43636"/>
                  </a:lnTo>
                  <a:cubicBezTo>
                    <a:pt x="80243" y="35924"/>
                    <a:pt x="77786" y="25298"/>
                    <a:pt x="77293" y="22006"/>
                  </a:cubicBezTo>
                  <a:cubicBezTo>
                    <a:pt x="76904" y="25298"/>
                    <a:pt x="74542" y="35924"/>
                    <a:pt x="72578" y="43636"/>
                  </a:cubicBezTo>
                  <a:lnTo>
                    <a:pt x="57723" y="102883"/>
                  </a:lnTo>
                  <a:lnTo>
                    <a:pt x="28714" y="102883"/>
                  </a:ln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38" name="Freihandform 37">
              <a:extLst>
                <a:ext uri="{FF2B5EF4-FFF2-40B4-BE49-F238E27FC236}">
                  <a16:creationId xmlns:a16="http://schemas.microsoft.com/office/drawing/2014/main" id="{802A134A-8D78-D0B5-577F-352A66B83010}"/>
                </a:ext>
              </a:extLst>
            </p:cNvPr>
            <p:cNvSpPr/>
            <p:nvPr/>
          </p:nvSpPr>
          <p:spPr>
            <a:xfrm>
              <a:off x="11761614" y="6279738"/>
              <a:ext cx="62945" cy="73779"/>
            </a:xfrm>
            <a:custGeom>
              <a:avLst/>
              <a:gdLst>
                <a:gd name="connsiteX0" fmla="*/ 32158 w 91066"/>
                <a:gd name="connsiteY0" fmla="*/ 106740 h 106739"/>
                <a:gd name="connsiteX1" fmla="*/ 0 w 91066"/>
                <a:gd name="connsiteY1" fmla="*/ 76834 h 106739"/>
                <a:gd name="connsiteX2" fmla="*/ 46814 w 91066"/>
                <a:gd name="connsiteY2" fmla="*/ 44388 h 106739"/>
                <a:gd name="connsiteX3" fmla="*/ 66289 w 91066"/>
                <a:gd name="connsiteY3" fmla="*/ 44388 h 106739"/>
                <a:gd name="connsiteX4" fmla="*/ 66289 w 91066"/>
                <a:gd name="connsiteY4" fmla="*/ 38464 h 106739"/>
                <a:gd name="connsiteX5" fmla="*/ 46909 w 91066"/>
                <a:gd name="connsiteY5" fmla="*/ 19279 h 106739"/>
                <a:gd name="connsiteX6" fmla="*/ 19475 w 91066"/>
                <a:gd name="connsiteY6" fmla="*/ 32351 h 106739"/>
                <a:gd name="connsiteX7" fmla="*/ 4629 w 91066"/>
                <a:gd name="connsiteY7" fmla="*/ 18244 h 106739"/>
                <a:gd name="connsiteX8" fmla="*/ 49565 w 91066"/>
                <a:gd name="connsiteY8" fmla="*/ 0 h 106739"/>
                <a:gd name="connsiteX9" fmla="*/ 91067 w 91066"/>
                <a:gd name="connsiteY9" fmla="*/ 38558 h 106739"/>
                <a:gd name="connsiteX10" fmla="*/ 91067 w 91066"/>
                <a:gd name="connsiteY10" fmla="*/ 104858 h 106739"/>
                <a:gd name="connsiteX11" fmla="*/ 67076 w 91066"/>
                <a:gd name="connsiteY11" fmla="*/ 104858 h 106739"/>
                <a:gd name="connsiteX12" fmla="*/ 67076 w 91066"/>
                <a:gd name="connsiteY12" fmla="*/ 85767 h 106739"/>
                <a:gd name="connsiteX13" fmla="*/ 66479 w 91066"/>
                <a:gd name="connsiteY13" fmla="*/ 85767 h 106739"/>
                <a:gd name="connsiteX14" fmla="*/ 32158 w 91066"/>
                <a:gd name="connsiteY14" fmla="*/ 106740 h 106739"/>
                <a:gd name="connsiteX15" fmla="*/ 24787 w 91066"/>
                <a:gd name="connsiteY15" fmla="*/ 74576 h 106739"/>
                <a:gd name="connsiteX16" fmla="*/ 41008 w 91066"/>
                <a:gd name="connsiteY16" fmla="*/ 88401 h 106739"/>
                <a:gd name="connsiteX17" fmla="*/ 66289 w 91066"/>
                <a:gd name="connsiteY17" fmla="*/ 64702 h 106739"/>
                <a:gd name="connsiteX18" fmla="*/ 66289 w 91066"/>
                <a:gd name="connsiteY18" fmla="*/ 58025 h 106739"/>
                <a:gd name="connsiteX19" fmla="*/ 51045 w 91066"/>
                <a:gd name="connsiteY19" fmla="*/ 58025 h 106739"/>
                <a:gd name="connsiteX20" fmla="*/ 24787 w 91066"/>
                <a:gd name="connsiteY20" fmla="*/ 74576 h 10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066" h="106739">
                  <a:moveTo>
                    <a:pt x="32158" y="106740"/>
                  </a:moveTo>
                  <a:cubicBezTo>
                    <a:pt x="13375" y="106740"/>
                    <a:pt x="0" y="96018"/>
                    <a:pt x="0" y="76834"/>
                  </a:cubicBezTo>
                  <a:cubicBezTo>
                    <a:pt x="0" y="54733"/>
                    <a:pt x="18887" y="44388"/>
                    <a:pt x="46814" y="44388"/>
                  </a:cubicBezTo>
                  <a:lnTo>
                    <a:pt x="66289" y="44388"/>
                  </a:lnTo>
                  <a:lnTo>
                    <a:pt x="66289" y="38464"/>
                  </a:lnTo>
                  <a:cubicBezTo>
                    <a:pt x="66289" y="26050"/>
                    <a:pt x="59990" y="19279"/>
                    <a:pt x="46909" y="19279"/>
                  </a:cubicBezTo>
                  <a:cubicBezTo>
                    <a:pt x="34719" y="19279"/>
                    <a:pt x="26163" y="24263"/>
                    <a:pt x="19475" y="32351"/>
                  </a:cubicBezTo>
                  <a:lnTo>
                    <a:pt x="4629" y="18244"/>
                  </a:lnTo>
                  <a:cubicBezTo>
                    <a:pt x="14561" y="7900"/>
                    <a:pt x="28032" y="0"/>
                    <a:pt x="49565" y="0"/>
                  </a:cubicBezTo>
                  <a:cubicBezTo>
                    <a:pt x="76904" y="0"/>
                    <a:pt x="91067" y="13636"/>
                    <a:pt x="91067" y="38558"/>
                  </a:cubicBezTo>
                  <a:lnTo>
                    <a:pt x="91067" y="104858"/>
                  </a:lnTo>
                  <a:lnTo>
                    <a:pt x="67076" y="104858"/>
                  </a:lnTo>
                  <a:lnTo>
                    <a:pt x="67076" y="85767"/>
                  </a:lnTo>
                  <a:lnTo>
                    <a:pt x="66479" y="85767"/>
                  </a:lnTo>
                  <a:cubicBezTo>
                    <a:pt x="59895" y="100156"/>
                    <a:pt x="49081" y="106740"/>
                    <a:pt x="32158" y="106740"/>
                  </a:cubicBezTo>
                  <a:close/>
                  <a:moveTo>
                    <a:pt x="24787" y="74576"/>
                  </a:moveTo>
                  <a:cubicBezTo>
                    <a:pt x="24787" y="83134"/>
                    <a:pt x="30887" y="88401"/>
                    <a:pt x="41008" y="88401"/>
                  </a:cubicBezTo>
                  <a:cubicBezTo>
                    <a:pt x="57040" y="88401"/>
                    <a:pt x="66289" y="76834"/>
                    <a:pt x="66289" y="64702"/>
                  </a:cubicBezTo>
                  <a:lnTo>
                    <a:pt x="66289" y="58025"/>
                  </a:lnTo>
                  <a:lnTo>
                    <a:pt x="51045" y="58025"/>
                  </a:lnTo>
                  <a:cubicBezTo>
                    <a:pt x="36787" y="58025"/>
                    <a:pt x="24787" y="61693"/>
                    <a:pt x="24787" y="74576"/>
                  </a:cubicBez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39" name="Freihandform 38">
              <a:extLst>
                <a:ext uri="{FF2B5EF4-FFF2-40B4-BE49-F238E27FC236}">
                  <a16:creationId xmlns:a16="http://schemas.microsoft.com/office/drawing/2014/main" id="{ADD1F113-760B-B1D6-2F3F-EE140440A923}"/>
                </a:ext>
              </a:extLst>
            </p:cNvPr>
            <p:cNvSpPr/>
            <p:nvPr/>
          </p:nvSpPr>
          <p:spPr>
            <a:xfrm>
              <a:off x="11828374" y="6281103"/>
              <a:ext cx="73476" cy="100105"/>
            </a:xfrm>
            <a:custGeom>
              <a:avLst/>
              <a:gdLst>
                <a:gd name="connsiteX0" fmla="*/ 23402 w 106301"/>
                <a:gd name="connsiteY0" fmla="*/ 144827 h 144826"/>
                <a:gd name="connsiteX1" fmla="*/ 7959 w 106301"/>
                <a:gd name="connsiteY1" fmla="*/ 143604 h 144826"/>
                <a:gd name="connsiteX2" fmla="*/ 7959 w 106301"/>
                <a:gd name="connsiteY2" fmla="*/ 123949 h 144826"/>
                <a:gd name="connsiteX3" fmla="*/ 19371 w 106301"/>
                <a:gd name="connsiteY3" fmla="*/ 125359 h 144826"/>
                <a:gd name="connsiteX4" fmla="*/ 38248 w 106301"/>
                <a:gd name="connsiteY4" fmla="*/ 113510 h 144826"/>
                <a:gd name="connsiteX5" fmla="*/ 41891 w 106301"/>
                <a:gd name="connsiteY5" fmla="*/ 103917 h 144826"/>
                <a:gd name="connsiteX6" fmla="*/ 0 w 106301"/>
                <a:gd name="connsiteY6" fmla="*/ 0 h 144826"/>
                <a:gd name="connsiteX7" fmla="*/ 26647 w 106301"/>
                <a:gd name="connsiteY7" fmla="*/ 0 h 144826"/>
                <a:gd name="connsiteX8" fmla="*/ 46416 w 106301"/>
                <a:gd name="connsiteY8" fmla="*/ 53417 h 144826"/>
                <a:gd name="connsiteX9" fmla="*/ 54280 w 106301"/>
                <a:gd name="connsiteY9" fmla="*/ 77491 h 144826"/>
                <a:gd name="connsiteX10" fmla="*/ 62049 w 106301"/>
                <a:gd name="connsiteY10" fmla="*/ 54639 h 144826"/>
                <a:gd name="connsiteX11" fmla="*/ 80442 w 106301"/>
                <a:gd name="connsiteY11" fmla="*/ 0 h 144826"/>
                <a:gd name="connsiteX12" fmla="*/ 106302 w 106301"/>
                <a:gd name="connsiteY12" fmla="*/ 0 h 144826"/>
                <a:gd name="connsiteX13" fmla="*/ 60379 w 106301"/>
                <a:gd name="connsiteY13" fmla="*/ 119717 h 144826"/>
                <a:gd name="connsiteX14" fmla="*/ 23402 w 106301"/>
                <a:gd name="connsiteY14" fmla="*/ 144827 h 144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301" h="144826">
                  <a:moveTo>
                    <a:pt x="23402" y="144827"/>
                  </a:moveTo>
                  <a:cubicBezTo>
                    <a:pt x="17208" y="144827"/>
                    <a:pt x="11696" y="144262"/>
                    <a:pt x="7959" y="143604"/>
                  </a:cubicBezTo>
                  <a:lnTo>
                    <a:pt x="7959" y="123949"/>
                  </a:lnTo>
                  <a:cubicBezTo>
                    <a:pt x="10814" y="124795"/>
                    <a:pt x="15045" y="125359"/>
                    <a:pt x="19371" y="125359"/>
                  </a:cubicBezTo>
                  <a:cubicBezTo>
                    <a:pt x="30384" y="125359"/>
                    <a:pt x="35203" y="121692"/>
                    <a:pt x="38248" y="113510"/>
                  </a:cubicBezTo>
                  <a:lnTo>
                    <a:pt x="41891" y="103917"/>
                  </a:lnTo>
                  <a:lnTo>
                    <a:pt x="0" y="0"/>
                  </a:lnTo>
                  <a:lnTo>
                    <a:pt x="26647" y="0"/>
                  </a:lnTo>
                  <a:lnTo>
                    <a:pt x="46416" y="53417"/>
                  </a:lnTo>
                  <a:cubicBezTo>
                    <a:pt x="49167" y="60940"/>
                    <a:pt x="53597" y="74295"/>
                    <a:pt x="54280" y="77491"/>
                  </a:cubicBezTo>
                  <a:cubicBezTo>
                    <a:pt x="55067" y="73824"/>
                    <a:pt x="59497" y="62162"/>
                    <a:pt x="62049" y="54639"/>
                  </a:cubicBezTo>
                  <a:lnTo>
                    <a:pt x="80442" y="0"/>
                  </a:lnTo>
                  <a:lnTo>
                    <a:pt x="106302" y="0"/>
                  </a:lnTo>
                  <a:lnTo>
                    <a:pt x="60379" y="119717"/>
                  </a:lnTo>
                  <a:cubicBezTo>
                    <a:pt x="53691" y="137492"/>
                    <a:pt x="44642" y="144827"/>
                    <a:pt x="23402" y="144827"/>
                  </a:cubicBez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  <p:sp>
          <p:nvSpPr>
            <p:cNvPr id="40" name="Freihandform 39">
              <a:extLst>
                <a:ext uri="{FF2B5EF4-FFF2-40B4-BE49-F238E27FC236}">
                  <a16:creationId xmlns:a16="http://schemas.microsoft.com/office/drawing/2014/main" id="{EB4CBD70-2EF3-0B3B-D586-49F6FD423DBA}"/>
                </a:ext>
              </a:extLst>
            </p:cNvPr>
            <p:cNvSpPr/>
            <p:nvPr/>
          </p:nvSpPr>
          <p:spPr>
            <a:xfrm>
              <a:off x="11897145" y="6332521"/>
              <a:ext cx="21414" cy="20476"/>
            </a:xfrm>
            <a:custGeom>
              <a:avLst/>
              <a:gdLst>
                <a:gd name="connsiteX0" fmla="*/ 15538 w 30981"/>
                <a:gd name="connsiteY0" fmla="*/ 29624 h 29623"/>
                <a:gd name="connsiteX1" fmla="*/ 0 w 30981"/>
                <a:gd name="connsiteY1" fmla="*/ 14859 h 29623"/>
                <a:gd name="connsiteX2" fmla="*/ 15538 w 30981"/>
                <a:gd name="connsiteY2" fmla="*/ 0 h 29623"/>
                <a:gd name="connsiteX3" fmla="*/ 30982 w 30981"/>
                <a:gd name="connsiteY3" fmla="*/ 14859 h 29623"/>
                <a:gd name="connsiteX4" fmla="*/ 15538 w 30981"/>
                <a:gd name="connsiteY4" fmla="*/ 29624 h 29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81" h="29623">
                  <a:moveTo>
                    <a:pt x="15538" y="29624"/>
                  </a:moveTo>
                  <a:cubicBezTo>
                    <a:pt x="6593" y="29624"/>
                    <a:pt x="0" y="23417"/>
                    <a:pt x="0" y="14859"/>
                  </a:cubicBezTo>
                  <a:cubicBezTo>
                    <a:pt x="0" y="6395"/>
                    <a:pt x="6593" y="0"/>
                    <a:pt x="15538" y="0"/>
                  </a:cubicBezTo>
                  <a:cubicBezTo>
                    <a:pt x="24389" y="0"/>
                    <a:pt x="30982" y="6395"/>
                    <a:pt x="30982" y="14859"/>
                  </a:cubicBezTo>
                  <a:cubicBezTo>
                    <a:pt x="30982" y="23417"/>
                    <a:pt x="24389" y="29624"/>
                    <a:pt x="15538" y="29624"/>
                  </a:cubicBezTo>
                  <a:close/>
                </a:path>
              </a:pathLst>
            </a:custGeom>
            <a:grpFill/>
            <a:ln w="9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0"/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DBD56F38-DC6A-542D-94B4-6C7F1E8011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3126" y="4644534"/>
            <a:ext cx="167647" cy="167647"/>
          </a:xfrm>
          <a:prstGeom prst="rect">
            <a:avLst/>
          </a:prstGeom>
        </p:spPr>
      </p:pic>
      <p:pic>
        <p:nvPicPr>
          <p:cNvPr id="42" name="LogoBlue-Dynamic" descr="{&quot;templafy&quot;:{&quot;id&quot;:&quot;357ff70f-1de5-4d51-aad2-51c0cf9b5611&quot;}}">
            <a:extLst>
              <a:ext uri="{FF2B5EF4-FFF2-40B4-BE49-F238E27FC236}">
                <a16:creationId xmlns:a16="http://schemas.microsoft.com/office/drawing/2014/main" id="{D618CD0C-B442-1C14-9787-58684F9246B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042" y="197247"/>
            <a:ext cx="545394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68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377902" y="1161001"/>
            <a:ext cx="8387674" cy="360388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77902" y="378000"/>
            <a:ext cx="8387673" cy="276999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62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58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AI for Product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An Introduction for SuccessFactors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C8"/>
                </a:solidFill>
              </a:defRPr>
            </a:pPr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AI at SAP:</a:t>
            </a:r>
            <a:br/>
            <a:r>
              <a:t>Where We 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The AI Moment We're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🚀  AI has moved from experiment to production —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📊  54% of enterprises expect 40%+ of AI in production within 6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🤖  Gartner: 40% of enterprise apps will have AI agents by end of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💼  PMM is one of the highest-impact functions for AI augmentation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🎯  SAP has invested in tools to make you more effective —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What AI Can Actually Do for PMMs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✍️  First drafts in minutes, not hours (messaging, content, briefs)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🔍  Research and competitive intel at the speed of thought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📑  Summarize long documents, calls, and meetings instantly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🎯  Generate positioning variations and test messaging 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📊  Analyze data and synthesize insights from multiple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t>🎨  Create visuals, presentations, and videos faster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Your AI Toolkit</a:t>
            </a:r>
            <a:br/>
            <a:r>
              <a:t>at SAP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</a:defRPr>
            </a:pPr>
            <a:r>
              <a:t>SAP-Provided AI Tools (Available Now)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6CB"/>
                </a:solidFill>
              </a:defRPr>
            </a:pPr>
            <a:r>
              <a:t>Microsoft Copilot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Everyday AI assistant for brainstorming, drafting, summarizing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6CB"/>
                </a:solidFill>
              </a:defRPr>
            </a:pPr>
            <a:r>
              <a:t>SAP GenAI Experience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Internal AI playground with PPT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6CB"/>
                </a:solidFill>
              </a:defRPr>
            </a:pPr>
            <a:r>
              <a:t>CompeteGPT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83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AI-powered competitive intelligence and positioning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6CB"/>
                </a:solidFill>
              </a:defRPr>
            </a:pPr>
            <a:r>
              <a:t>EKX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40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Search across SAP's entire 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6CB"/>
                </a:solidFill>
              </a:defRPr>
            </a:pPr>
            <a:r>
              <a:t>Joule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97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SAP's native AI copilot in SAP applications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6CB"/>
                </a:solidFill>
              </a:defRPr>
            </a:pPr>
            <a:r>
              <a:t>Claude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Advanced AI for complex analysis and long-form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Claude Code</a:t>
            </a:r>
            <a:br/>
            <a:r>
              <a:t>in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Example: Competitive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6CB"/>
                </a:solidFill>
              </a:defRPr>
            </a:pPr>
            <a:r>
              <a:t>Build a competitive response in minutes, not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8412480" cy="1188720"/>
          </a:xfrm>
          <a:prstGeom prst="roundRect">
            <a:avLst/>
          </a:prstGeom>
          <a:solidFill>
            <a:srgbClr val="F0F7FF"/>
          </a:solidFill>
          <a:ln>
            <a:solidFill>
              <a:srgbClr val="007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6CB"/>
                </a:solidFill>
              </a:defRPr>
            </a:pPr>
            <a:r>
              <a:t>PROMPT: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Competitor X just announced a new AI feature. I need talking points for sales explaining why our approach is better. Focus on enterprise readiness and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377440"/>
            <a:ext cx="8412480" cy="2286000"/>
          </a:xfrm>
          <a:prstGeom prst="roundRect">
            <a:avLst/>
          </a:prstGeom>
          <a:solidFill>
            <a:srgbClr val="F5FAF5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C46"/>
                </a:solidFill>
              </a:defRPr>
            </a:pPr>
            <a: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Competitive Response Framework:</a:t>
            </a:r>
            <a:br/>
            <a:r>
              <a:t>1. ACKNOWLEDGE: "Yes, [Competitor] announced AI features..."</a:t>
            </a:r>
            <a:br/>
            <a:r>
              <a:t>2. PIVOT: "But enterprise AI requires more than features..."</a:t>
            </a:r>
            <a:br/>
            <a:r>
              <a:t>3. DIFFERENTIATE: Enterprise security, SAP integration, responsible AI</a:t>
            </a:r>
            <a:br/>
            <a:r>
              <a:t>4. PROOF POINTS: Customer examples, analyst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Example: Messaging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6CB"/>
                </a:solidFill>
              </a:defRPr>
            </a:pPr>
            <a:r>
              <a:t>Generate messaging variants for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8412480" cy="914400"/>
          </a:xfrm>
          <a:prstGeom prst="roundRect">
            <a:avLst/>
          </a:prstGeom>
          <a:solidFill>
            <a:srgbClr val="F0F7FF"/>
          </a:solidFill>
          <a:ln>
            <a:solidFill>
              <a:srgbClr val="007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6CB"/>
                </a:solidFill>
              </a:defRPr>
            </a:pPr>
            <a:r>
              <a:t>PROMPT: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I need 5 headline options for our AI-powered skills matching feature. Target: CHROs at 10K+ employee enterprises.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03120"/>
            <a:ext cx="8412480" cy="2560320"/>
          </a:xfrm>
          <a:prstGeom prst="roundRect">
            <a:avLst/>
          </a:prstGeom>
          <a:solidFill>
            <a:srgbClr val="F5FAF5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C46"/>
                </a:solidFill>
              </a:defRPr>
            </a:pPr>
            <a: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5 Headline Options:</a:t>
            </a:r>
            <a:br/>
            <a:r>
              <a:t>1. "Stop Guessing Which Skills Your Workforce Has" — Pain-focused</a:t>
            </a:r>
            <a:br/>
            <a:r>
              <a:t>2. "AI-Powered Skills Intelligence for the Enterprise" — Feature-forward</a:t>
            </a:r>
            <a:br/>
            <a:r>
              <a:t>3. "See Your Entire Workforce's Skills in One View" — Benefit-focused</a:t>
            </a:r>
            <a:br/>
            <a:r>
              <a:t>4. "The Skills Gap Isn't a Mystery Anymore" — Transformation</a:t>
            </a:r>
            <a:br/>
            <a:r>
              <a:t>5. "Finally: Skills Data You Can Actually Trust" — Skepticism buster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Example: Content Acceleration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6CB"/>
                </a:solidFill>
              </a:defRPr>
            </a:pPr>
            <a:r>
              <a:t>First draft of a solution brief in 10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8412480" cy="914400"/>
          </a:xfrm>
          <a:prstGeom prst="roundRect">
            <a:avLst/>
          </a:prstGeom>
          <a:solidFill>
            <a:srgbClr val="F0F7FF"/>
          </a:solidFill>
          <a:ln>
            <a:solidFill>
              <a:srgbClr val="007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6CB"/>
                </a:solidFill>
              </a:defRPr>
            </a:pPr>
            <a:r>
              <a:t>PROMPT: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Create a 1-page solution brief for SuccessFactors Learning. Include problem, capabilities, differentiators, and proof point placeholder.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03120"/>
            <a:ext cx="8412480" cy="2560320"/>
          </a:xfrm>
          <a:prstGeom prst="roundRect">
            <a:avLst/>
          </a:prstGeom>
          <a:solidFill>
            <a:srgbClr val="F5FAF5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C46"/>
                </a:solidFill>
              </a:defRPr>
            </a:pPr>
            <a:r>
              <a:t>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SUCCESSFACTORS LEARNING: SOLUTION BRIEF</a:t>
            </a:r>
            <a:br/>
            <a:br/>
            <a:r>
              <a:t>The Challenge: L&amp;D teams struggle with disconnected learning systems...</a:t>
            </a:r>
            <a:br/>
            <a:br/>
            <a:r>
              <a:t>The Solution: Integrated learning connecting skills to career growth...</a:t>
            </a:r>
            <a:br/>
            <a:br/>
            <a:r>
              <a:t>Key Capabilities: AI recommendations, skills-based paths, in-flow learning</a:t>
            </a:r>
            <a:br/>
            <a:br/>
            <a:r>
              <a:t>Differentiators: Native HCM integration, enterprise scale, responsible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Get Started</a:t>
            </a:r>
            <a:br/>
            <a:r>
              <a:t>Today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Your 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005840"/>
            <a:ext cx="365760" cy="365760"/>
          </a:xfrm>
          <a:prstGeom prst="ellipse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Sign Up for Future of PMM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25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</a:defRPr>
            </a:pPr>
            <a:r>
              <a:t>Your hub for AI + PMM training  →  futureofpmm.com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74519"/>
            <a:ext cx="365760" cy="365760"/>
          </a:xfrm>
          <a:prstGeom prst="ellipse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Take the Assessments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94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</a:defRPr>
            </a:pPr>
            <a:r>
              <a:t>Discover your PMM style and skill gaps  →  futureofpmm.com/where-do-you-sit.html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43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Complete Unit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63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</a:defRPr>
            </a:pPr>
            <a:r>
              <a:t>Master the fundamentals of AI-augmented PMM  →  futureofpmm.com/curriculum/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C8"/>
                </a:solidFill>
              </a:defRPr>
            </a:pPr>
            <a:r>
              <a:t>futureofpmm.com  •  christopher.ohara@sap.com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1788</TotalTime>
  <Words>5920</Words>
  <Application>Microsoft Office PowerPoint</Application>
  <PresentationFormat>On-screen Show (16:9)</PresentationFormat>
  <Paragraphs>854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72 Brand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Tools for PMM — Get Started Guide</dc:title>
  <dc:subject>PptxGenJS Presentation</dc:subject>
  <dc:creator>Chris O'Hara</dc:creator>
  <cp:lastModifiedBy>OHara, Christopher</cp:lastModifiedBy>
  <cp:revision>4</cp:revision>
  <dcterms:created xsi:type="dcterms:W3CDTF">2026-04-09T12:27:05Z</dcterms:created>
  <dcterms:modified xsi:type="dcterms:W3CDTF">2026-04-24T17:48:32Z</dcterms:modified>
</cp:coreProperties>
</file>