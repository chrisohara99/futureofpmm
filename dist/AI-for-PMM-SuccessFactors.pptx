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for Product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An Introduction for SuccessFactors Marketing</a:t>
            </a:r>
            <a:br/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at SAP: Where We 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AI Moment We're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🚀  AI has moved from experiment to production — fast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📊  54% of enterprises expect 40%+ of AI in production within 6 months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🤖  Gartner: 40% of enterprise apps will have AI agents by end of 2026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💼  PMM is one of the highest-impact functions for AI augmentation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🎯  SAP has invested in tools to make you more effective —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AI Can Actually Do for PMMs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✍️  First drafts in minutes, not hours (messaging, content, briefs)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🔍  Research and competitive intel at the speed of thought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📑  Summarize long documents, calls, and meetings instantly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🎯  Generate positioning variations and test messaging angles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📊  Analyze data and synthesize insights from multiple sources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1E3A5F"/>
                </a:solidFill>
              </a:defRPr>
            </a:pPr>
            <a:r>
              <a:t>🎨  Create visuals, presentations, and videos faster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AI Toolkit at SAP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SAP-Provided AI Tools (Available Now)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Microsoft Copilot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Your everyday AI assistant. Brainstorm, draft, summarize — all secured for enterprise use. copilot.microsoft.com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SAP GenAI Experience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SAP's internal AI playground with PPT generator. Create presentation drafts from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CompeteGPT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AI-powered competitive intelligence. Get instant answers about competitors and market positioning.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EKX (Enterprise Knowledge)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Search and ask questions across SAP's entire knowledge base. Find docs, experts, and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Joule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SAP's native AI copilot embedded in SAP applications. Get help right where you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4864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406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Advanced AI for complex analysis, long-form content, and technical work. Nuanced and thorough.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Claude Code in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Example: 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F2"/>
                </a:solidFill>
              </a:defRPr>
            </a:pPr>
            <a:r>
              <a:t>Build a competitive response in minutes, not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1645920"/>
          </a:xfrm>
          <a:prstGeom prst="roundRect">
            <a:avLst/>
          </a:prstGeom>
          <a:solidFill>
            <a:srgbClr val="F0F7FF"/>
          </a:solidFill>
          <a:ln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F2"/>
                </a:solidFill>
              </a:defRPr>
            </a:pPr>
            <a:r>
              <a:t>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5F"/>
                </a:solidFill>
              </a:defRPr>
            </a:pPr>
            <a:r>
              <a:t>Competitor X just announced a new AI feature for their HCM platform. I need talking points for our sales team explaining why SuccessFactors' approach is better. Focus on enterprise readiness, integration with SAP ecosystem, and data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5F"/>
                </a:solidFill>
              </a:defRPr>
            </a:pPr>
            <a:r>
              <a:t>Here's a competitive response framework:</a:t>
            </a:r>
            <a:br/>
            <a:br/>
            <a:r>
              <a:t>1. ACKNOWLEDGE: "Yes, [Competitor] announced AI features..."</a:t>
            </a:r>
            <a:br/>
            <a:r>
              <a:t>2. PIVOT: "But enterprise AI requires more than features — it requires trust..."</a:t>
            </a:r>
            <a:br/>
            <a:r>
              <a:t>3. DIFFERENTIATE: Three key advantages:</a:t>
            </a:r>
            <a:br/>
            <a:r>
              <a:t>   • Enterprise-grade security (SOC 2, GDPR, etc.)</a:t>
            </a:r>
            <a:br/>
            <a:r>
              <a:t>   • Native integration with SAP ecosystem</a:t>
            </a:r>
            <a:br/>
            <a:r>
              <a:t>   • Responsible AI governance built in</a:t>
            </a:r>
            <a:br/>
            <a:r>
              <a:t>4. PROOF POINTS: [Customer examples, analyst quotes]...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Example: Messaging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F2"/>
                </a:solidFill>
              </a:defRPr>
            </a:pPr>
            <a:r>
              <a:t>Generate messaging variants for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1645920"/>
          </a:xfrm>
          <a:prstGeom prst="roundRect">
            <a:avLst/>
          </a:prstGeom>
          <a:solidFill>
            <a:srgbClr val="F0F7FF"/>
          </a:solidFill>
          <a:ln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F2"/>
                </a:solidFill>
              </a:defRPr>
            </a:pPr>
            <a:r>
              <a:t>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5F"/>
                </a:solidFill>
              </a:defRPr>
            </a:pPr>
            <a:r>
              <a:t>I need 5 different headline options for our new AI-powered skills matching feature. Target audience is CHROs at enterprises with 10,000+ employees. Tone should be confident but not hyperbolic.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5F"/>
                </a:solidFill>
              </a:defRPr>
            </a:pPr>
            <a:r>
              <a:t>Here are 5 headline options:</a:t>
            </a:r>
            <a:br/>
            <a:br/>
            <a:r>
              <a:t>1. "Stop Guessing Which Skills Your Workforce Has"</a:t>
            </a:r>
            <a:br/>
            <a:r>
              <a:t>   → Pain-point focused, direct</a:t>
            </a:r>
            <a:br/>
            <a:br/>
            <a:r>
              <a:t>2. "AI-Powered Skills Intelligence for the Enterprise"</a:t>
            </a:r>
            <a:br/>
            <a:r>
              <a:t>   → Feature-forward, professional</a:t>
            </a:r>
            <a:br/>
            <a:br/>
            <a:r>
              <a:t>3. "See Your Entire Workforce's Skills in One View"</a:t>
            </a:r>
            <a:br/>
            <a:r>
              <a:t>   → Benefit-focused, clarity emphasis</a:t>
            </a:r>
            <a:br/>
            <a:br/>
            <a:r>
              <a:t>4. "The Skills Gap Isn't a Mystery Anymore"</a:t>
            </a:r>
            <a:br/>
            <a:r>
              <a:t>   → Transformation narrative</a:t>
            </a:r>
            <a:br/>
            <a:br/>
            <a:r>
              <a:t>5. "Finally: Skills Data You Can Actually Trust"</a:t>
            </a:r>
            <a:br/>
            <a:r>
              <a:t>   → Addresses skepticism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Example: Content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F2"/>
                </a:solidFill>
              </a:defRPr>
            </a:pPr>
            <a:r>
              <a:t>First draft of a solution brief in 10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1645920"/>
          </a:xfrm>
          <a:prstGeom prst="roundRect">
            <a:avLst/>
          </a:prstGeom>
          <a:solidFill>
            <a:srgbClr val="F0F7FF"/>
          </a:solidFill>
          <a:ln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F2"/>
                </a:solidFill>
              </a:defRPr>
            </a:pPr>
            <a:r>
              <a:t>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5F"/>
                </a:solidFill>
              </a:defRPr>
            </a:pPr>
            <a:r>
              <a:t>Create a 1-page solution brief for SuccessFactors Learning. Include: the problem it solves, key capabilities, differentiators vs. standalone LMS vendors, and a customer proof point placeholder.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5F"/>
                </a:solidFill>
              </a:defRPr>
            </a:pPr>
            <a:r>
              <a:t>SUCCESSFACTORS LEARNING: SOLUTION BRIEF</a:t>
            </a:r>
            <a:br/>
            <a:br/>
            <a:r>
              <a:t>The Challenge</a:t>
            </a:r>
            <a:br/>
            <a:r>
              <a:t>L&amp;D teams struggle with disconnected learning systems that don't connect to career development, skills data, or business outcomes...</a:t>
            </a:r>
            <a:br/>
            <a:br/>
            <a:r>
              <a:t>The Solution</a:t>
            </a:r>
            <a:br/>
            <a:r>
              <a:t>SuccessFactors Learning delivers an integrated learning experience that connects skill development to career growth and business results...</a:t>
            </a:r>
            <a:br/>
            <a:br/>
            <a:r>
              <a:t>Key Capabilities</a:t>
            </a:r>
            <a:br/>
            <a:r>
              <a:t>• AI-powered content recommendations</a:t>
            </a:r>
            <a:br/>
            <a:r>
              <a:t>• Skills-based learning paths</a:t>
            </a:r>
            <a:br/>
            <a:r>
              <a:t>• Embedded in the flow of work</a:t>
            </a:r>
            <a:br/>
            <a:br/>
            <a:r>
              <a:t>[Full 1-page brief with formatting...]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Your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1188720"/>
          </a:xfrm>
          <a:prstGeom prst="roundRect">
            <a:avLst/>
          </a:prstGeom>
          <a:solidFill>
            <a:srgbClr val="2D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331720"/>
            <a:ext cx="548640" cy="548640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Sign Up for Future of PMM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606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DC"/>
                </a:solidFill>
              </a:defRPr>
            </a:pPr>
            <a:r>
              <a:t>Your hub for AI + PMM training and resources  →  futureofpmm.com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9418320" cy="1188720"/>
          </a:xfrm>
          <a:prstGeom prst="roundRect">
            <a:avLst/>
          </a:prstGeom>
          <a:solidFill>
            <a:srgbClr val="2D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3703320"/>
            <a:ext cx="548640" cy="548640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Take the Assessments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977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DC"/>
                </a:solidFill>
              </a:defRPr>
            </a:pPr>
            <a:r>
              <a:t>Discover your PMM style and skill gaps  →  futureofpmm.com/where-do-you-sit.html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9418320" cy="1188720"/>
          </a:xfrm>
          <a:prstGeom prst="roundRect">
            <a:avLst/>
          </a:prstGeom>
          <a:solidFill>
            <a:srgbClr val="2D4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45920" y="5074920"/>
            <a:ext cx="548640" cy="548640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937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Complete Unit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349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DC"/>
                </a:solidFill>
              </a:defRPr>
            </a:pPr>
            <a:r>
              <a:t>Master the fundamentals of AI-augmented PMM  →  futureofpmm.com/curriculum/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futureofpmm.com  •  christopher.ohara@sap.com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