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🤖 AI Office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June 16, 2026 • 10:00 AM 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Today's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Unit 4 Launch: Winning Evaluators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NEW: Analyst Briefing Simulator Lab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Copilot Rollout Package — Your AI Toolkit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AI + PMM News Roundup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Chart of the Week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Open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Unit 4: Winning Evaluators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7030A0"/>
                </a:solidFill>
              </a:defRPr>
            </a:pPr>
            <a:r>
              <a:t>• NEW UNIT: "Winning Evaluators: Agents &amp; Analysts"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Key insight: AI agents and industry analysts evaluate vendors the same way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Gaps that agents find = Gaps that analysts will probe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Same "satisfier layer" skills win both audiences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Quiz + new interactive lab available 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Parallel: Agents vs. Analysts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030A0"/>
                </a:solidFill>
              </a:defRPr>
            </a:pPr>
            <a:r>
              <a:t>🤖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546A"/>
                </a:solidFill>
              </a:defRPr>
            </a:pPr>
            <a:r>
              <a:t>• Parse content systematically</a:t>
            </a:r>
          </a:p>
          <a:p>
            <a:pPr>
              <a:spcAft>
                <a:spcPts val="1200"/>
              </a:spcAft>
              <a:defRPr sz="2000">
                <a:solidFill>
                  <a:srgbClr val="44546A"/>
                </a:solidFill>
              </a:defRPr>
            </a:pPr>
            <a:r>
              <a:t>• Compare against criteria</a:t>
            </a:r>
          </a:p>
          <a:p>
            <a:pPr>
              <a:spcAft>
                <a:spcPts val="1200"/>
              </a:spcAft>
              <a:defRPr sz="2000">
                <a:solidFill>
                  <a:srgbClr val="44546A"/>
                </a:solidFill>
              </a:defRPr>
            </a:pPr>
            <a:r>
              <a:t>• Penalize vague claims</a:t>
            </a:r>
          </a:p>
          <a:p>
            <a:pPr>
              <a:spcAft>
                <a:spcPts val="1200"/>
              </a:spcAft>
              <a:defRPr sz="2000">
                <a:solidFill>
                  <a:srgbClr val="44546A"/>
                </a:solidFill>
              </a:defRPr>
            </a:pPr>
            <a:r>
              <a:t>• Look for evidence gaps</a:t>
            </a:r>
          </a:p>
          <a:p>
            <a:pPr>
              <a:spcAft>
                <a:spcPts val="1200"/>
              </a:spcAft>
              <a:defRPr sz="2000">
                <a:solidFill>
                  <a:srgbClr val="44546A"/>
                </a:solidFill>
              </a:defRPr>
            </a:pPr>
            <a:r>
              <a:t>• Weight verifiable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84B31"/>
                </a:solidFill>
              </a:defRPr>
            </a:pPr>
            <a:r>
              <a:t>📊 Industry Analysts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4546A"/>
                </a:solidFill>
              </a:defRPr>
            </a:pPr>
            <a:r>
              <a:t>• Evaluate against frameworks</a:t>
            </a:r>
          </a:p>
          <a:p>
            <a:pPr>
              <a:spcAft>
                <a:spcPts val="1200"/>
              </a:spcAft>
              <a:defRPr sz="2000">
                <a:solidFill>
                  <a:srgbClr val="44546A"/>
                </a:solidFill>
              </a:defRPr>
            </a:pPr>
            <a:r>
              <a:t>• Compare to competitors</a:t>
            </a:r>
          </a:p>
          <a:p>
            <a:pPr>
              <a:spcAft>
                <a:spcPts val="1200"/>
              </a:spcAft>
              <a:defRPr sz="2000">
                <a:solidFill>
                  <a:srgbClr val="44546A"/>
                </a:solidFill>
              </a:defRPr>
            </a:pPr>
            <a:r>
              <a:t>• Probe for specifics</a:t>
            </a:r>
          </a:p>
          <a:p>
            <a:pPr>
              <a:spcAft>
                <a:spcPts val="1200"/>
              </a:spcAft>
              <a:defRPr sz="2000">
                <a:solidFill>
                  <a:srgbClr val="44546A"/>
                </a:solidFill>
              </a:defRPr>
            </a:pPr>
            <a:r>
              <a:t>• Write "Cautions" on gaps</a:t>
            </a:r>
          </a:p>
          <a:p>
            <a:pPr>
              <a:spcAft>
                <a:spcPts val="1200"/>
              </a:spcAft>
              <a:defRPr sz="2000">
                <a:solidFill>
                  <a:srgbClr val="44546A"/>
                </a:solidFill>
              </a:defRPr>
            </a:pPr>
            <a:r>
              <a:t>• Demand customer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🔬 NEW: Analyst Briefing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7030A0"/>
                </a:solidFill>
              </a:defRPr>
            </a:pPr>
            <a:r>
              <a:t>• Prepare for Gartner, Forrester, or IDC briefings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Focus: SAP Application Data Clouds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Competitors: Salesforce, Oracle, Workday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Outputs: Predicted questions, potential Cautions, counter-evidence needed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Try it: futureofpmm.com/curriculum/labs/analyst-briefing.html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📦 Copilot Rollout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Your complete AI adoption toolkit is ready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Quick Start Guide — Get productive in 15 minutes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Prompt Library — Copy-paste prompts for PMM tasks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Governance Guidelines — Staying compliant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Self-Service Lab — Practice in a safe environment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→ futureofpmm.com/copilot-rollout/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📰 AI + PMM News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Gemini now integrates with Google Business Profile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Meta expands data use for AI training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Shopify Summer '26 updates with AI features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Google Analytics now tracks chatbot-driven traffic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51% of enterprises running AI agents in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📈 Chart of the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7030A0"/>
                </a:solidFill>
              </a:defRPr>
            </a:pPr>
            <a:r>
              <a:t>51%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44546A"/>
                </a:solidFill>
              </a:defRPr>
            </a:pPr>
            <a:r>
              <a:t>of enterprises are now running AI agents in production</a:t>
            </a:r>
            <a:br/>
            <a:r>
              <a:t>— up from 12% just 18 months ago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🏆 Curriculum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8 units now live — who's completed them all?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Top performers earning engagement points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Check your progress: futureofpmm.com/curriculum/leaderboard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Complete all units by end of June for recognition</a:t>
            </a:r>
          </a:p>
          <a:p>
            <a:pPr>
              <a:spcAft>
                <a:spcPts val="1600"/>
              </a:spcAft>
              <a:defRPr sz="2400">
                <a:solidFill>
                  <a:srgbClr val="44546A"/>
                </a:solidFill>
              </a:defRPr>
            </a:pPr>
            <a:r>
              <a:t>• Feedback via post-quiz surveys shaping future content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💬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Let's discuss!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